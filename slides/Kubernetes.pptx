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1pPr>
    <a:lvl2pPr marL="0" marR="0" indent="4572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2pPr>
    <a:lvl3pPr marL="0" marR="0" indent="9144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3pPr>
    <a:lvl4pPr marL="0" marR="0" indent="13716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4pPr>
    <a:lvl5pPr marL="0" marR="0" indent="18288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5pPr>
    <a:lvl6pPr marL="0" marR="0" indent="22860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6pPr>
    <a:lvl7pPr marL="0" marR="0" indent="27432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7pPr>
    <a:lvl8pPr marL="0" marR="0" indent="32004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8pPr>
    <a:lvl9pPr marL="0" marR="0" indent="365760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D5D5D5"/>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Row>
  </a:tblStyle>
  <a:tblStyle styleId="{C7B018BB-80A7-4F77-B60F-C8B233D01FF8}"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D5D5D5"/>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Col>
    <a:lastRow>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2">
              <a:hueOff val="-357243"/>
              <a:satOff val="7293"/>
              <a:lumOff val="8906"/>
            </a:schemeClr>
          </a:solidFill>
        </a:fill>
      </a:tcStyle>
    </a:firstRow>
  </a:tblStyle>
  <a:tblStyle styleId="{EEE7283C-3CF3-47DC-8721-378D4A62B228}"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D5D5D5"/>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3">
              <a:satOff val="1412"/>
              <a:lumOff val="16412"/>
            </a:schemeClr>
          </a:solidFill>
        </a:fill>
      </a:tcStyle>
    </a:firstCol>
    <a:lastRow>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atOff val="1412"/>
                  <a:lumOff val="16412"/>
                </a:schemeClr>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6E937E"/>
          </a:solidFill>
        </a:fill>
      </a:tcStyle>
    </a:firstRow>
  </a:tblStyle>
  <a:tblStyle styleId="{CF821DB8-F4EB-4A41-A1BA-3FCAFE7338EE}"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AF7E9"/>
          </a:solidFill>
        </a:fill>
      </a:tcStyle>
    </a:wholeTbl>
    <a:band2H>
      <a:tcTxStyle b="def" i="def"/>
      <a:tcStyle>
        <a:tcBdr/>
        <a:fill>
          <a:solidFill>
            <a:srgbClr val="FFF171"/>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A51B"/>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E1A84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AF7E9"/>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4">
              <a:hueOff val="103425"/>
              <a:satOff val="-7243"/>
              <a:lumOff val="9921"/>
            </a:schemeClr>
          </a:solidFill>
        </a:fill>
      </a:tcStyle>
    </a:firstRow>
  </a:tblStyle>
  <a:tblStyle styleId="{33BA23B1-9221-436E-865A-0063620EA4FD}"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chemeClr val="accent5"/>
          </a:solidFill>
        </a:fill>
      </a:tcStyle>
    </a:band2H>
    <a:firstCol>
      <a:tcTxStyle b="on" i="off">
        <a:font>
          <a:latin typeface="Graphik Semibold"/>
          <a:ea typeface="Graphik Semibold"/>
          <a:cs typeface="Graphik Semibold"/>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5">
              <a:lumOff val="-14283"/>
            </a:schemeClr>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5">
                  <a:lumOff val="-14283"/>
                </a:schemeClr>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chemeClr val="accent5">
              <a:satOff val="-6299"/>
              <a:lumOff val="-32309"/>
            </a:schemeClr>
          </a:solidFill>
        </a:fill>
      </a:tcStyle>
    </a:firstRow>
  </a:tblStyle>
  <a:tblStyle styleId="{2708684C-4D16-4618-839F-0558EEFCDFE6}" styleName="">
    <a:tblBg/>
    <a:wholeTbl>
      <a:tcTxStyle b="off" i="off">
        <a:font>
          <a:latin typeface="Graphik"/>
          <a:ea typeface="Graphik"/>
          <a:cs typeface="Graphik"/>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wholeTbl>
    <a:band2H>
      <a:tcTxStyle b="def" i="def"/>
      <a:tcStyle>
        <a:tcBdr/>
        <a:fill>
          <a:solidFill>
            <a:srgbClr val="EDEEEE"/>
          </a:solidFill>
        </a:fill>
      </a:tcStyle>
    </a:band2H>
    <a:firstCol>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firstCol>
    <a:la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FFFFFF"/>
          </a:solidFill>
        </a:fill>
      </a:tcStyle>
    </a:lastRow>
    <a:firstRow>
      <a:tcTxStyle b="on" i="off">
        <a:font>
          <a:latin typeface="Graphik Semibold"/>
          <a:ea typeface="Graphik Semibold"/>
          <a:cs typeface="Graphik S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5D5D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6500" y="12268950"/>
            <a:ext cx="21971000" cy="660401"/>
          </a:xfrm>
          <a:prstGeom prst="rect">
            <a:avLst/>
          </a:prstGeom>
        </p:spPr>
        <p:txBody>
          <a:bodyPr lIns="45719" tIns="45719" rIns="45719" bIns="45719" anchor="b"/>
          <a:lstStyle>
            <a:lvl1pPr marL="0" indent="0" defTabSz="825500">
              <a:spcBef>
                <a:spcPts val="0"/>
              </a:spcBef>
              <a:buSzTx/>
              <a:buNone/>
              <a:defRPr sz="3300">
                <a:latin typeface="Produkt Light"/>
                <a:ea typeface="Produkt Light"/>
                <a:cs typeface="Produkt Light"/>
                <a:sym typeface="Produkt Light"/>
              </a:defRPr>
            </a:lvl1pPr>
          </a:lstStyle>
          <a:p>
            <a:pPr/>
            <a:r>
              <a:t>Author and Date</a:t>
            </a:r>
          </a:p>
        </p:txBody>
      </p:sp>
      <p:sp>
        <p:nvSpPr>
          <p:cNvPr id="12" name="Body Level One…"/>
          <p:cNvSpPr txBox="1"/>
          <p:nvPr>
            <p:ph type="body" sz="quarter" idx="1" hasCustomPrompt="1"/>
          </p:nvPr>
        </p:nvSpPr>
        <p:spPr>
          <a:xfrm>
            <a:off x="1206500" y="7353300"/>
            <a:ext cx="21971000" cy="2006600"/>
          </a:xfrm>
          <a:prstGeom prst="rect">
            <a:avLst/>
          </a:prstGeom>
        </p:spPr>
        <p:txBody>
          <a:bodyPr/>
          <a:lstStyle>
            <a:lvl1pPr marL="0" indent="0" defTabSz="825500">
              <a:spcBef>
                <a:spcPts val="0"/>
              </a:spcBef>
              <a:buSzTx/>
              <a:buNone/>
              <a:defRPr sz="5500">
                <a:latin typeface="+mn-lt"/>
                <a:ea typeface="+mn-ea"/>
                <a:cs typeface="+mn-cs"/>
                <a:sym typeface="Produkt Extralight"/>
              </a:defRPr>
            </a:lvl1pPr>
            <a:lvl2pPr marL="0" indent="457200" defTabSz="825500">
              <a:spcBef>
                <a:spcPts val="0"/>
              </a:spcBef>
              <a:buSzTx/>
              <a:buNone/>
              <a:defRPr sz="5500">
                <a:latin typeface="+mn-lt"/>
                <a:ea typeface="+mn-ea"/>
                <a:cs typeface="+mn-cs"/>
                <a:sym typeface="Produkt Extralight"/>
              </a:defRPr>
            </a:lvl2pPr>
            <a:lvl3pPr marL="0" indent="914400" defTabSz="825500">
              <a:spcBef>
                <a:spcPts val="0"/>
              </a:spcBef>
              <a:buSzTx/>
              <a:buNone/>
              <a:defRPr sz="5500">
                <a:latin typeface="+mn-lt"/>
                <a:ea typeface="+mn-ea"/>
                <a:cs typeface="+mn-cs"/>
                <a:sym typeface="Produkt Extralight"/>
              </a:defRPr>
            </a:lvl3pPr>
            <a:lvl4pPr marL="0" indent="1371600" defTabSz="825500">
              <a:spcBef>
                <a:spcPts val="0"/>
              </a:spcBef>
              <a:buSzTx/>
              <a:buNone/>
              <a:defRPr sz="5500">
                <a:latin typeface="+mn-lt"/>
                <a:ea typeface="+mn-ea"/>
                <a:cs typeface="+mn-cs"/>
                <a:sym typeface="Produkt Extralight"/>
              </a:defRPr>
            </a:lvl4pPr>
            <a:lvl5pPr marL="0" indent="1828800" defTabSz="825500">
              <a:spcBef>
                <a:spcPts val="0"/>
              </a:spcBef>
              <a:buSzTx/>
              <a:buNone/>
              <a:defRPr sz="5500">
                <a:latin typeface="+mn-lt"/>
                <a:ea typeface="+mn-ea"/>
                <a:cs typeface="+mn-cs"/>
                <a:sym typeface="Produkt Extralight"/>
              </a:defRPr>
            </a:lvl5pPr>
          </a:lstStyle>
          <a:p>
            <a:pPr/>
            <a:r>
              <a:t>Presentation Subtitle</a:t>
            </a:r>
          </a:p>
          <a:p>
            <a:pPr lvl="1"/>
            <a:r>
              <a:t/>
            </a:r>
          </a:p>
          <a:p>
            <a:pPr lvl="2"/>
            <a:r>
              <a:t/>
            </a:r>
          </a:p>
          <a:p>
            <a:pPr lvl="3"/>
            <a:r>
              <a:t/>
            </a:r>
          </a:p>
          <a:p>
            <a:pPr lvl="4"/>
            <a:r>
              <a:t/>
            </a:r>
          </a:p>
        </p:txBody>
      </p:sp>
      <p:sp>
        <p:nvSpPr>
          <p:cNvPr id="13" name="Presentation Title"/>
          <p:cNvSpPr txBox="1"/>
          <p:nvPr>
            <p:ph type="title" hasCustomPrompt="1"/>
          </p:nvPr>
        </p:nvSpPr>
        <p:spPr>
          <a:xfrm>
            <a:off x="1206500" y="2616200"/>
            <a:ext cx="21971004" cy="4648200"/>
          </a:xfrm>
          <a:prstGeom prst="rect">
            <a:avLst/>
          </a:prstGeom>
        </p:spPr>
        <p:txBody>
          <a:bodyPr anchor="b"/>
          <a:lstStyle>
            <a:lvl1pPr defTabSz="355600">
              <a:defRPr spc="-119" sz="12000"/>
            </a:lvl1pPr>
          </a:lstStyle>
          <a:p>
            <a:pPr/>
            <a:r>
              <a:t>Presentation Title</a:t>
            </a:r>
          </a:p>
        </p:txBody>
      </p:sp>
      <p:sp>
        <p:nvSpPr>
          <p:cNvPr id="14" name="Slide Number"/>
          <p:cNvSpPr txBox="1"/>
          <p:nvPr>
            <p:ph type="sldNum" sz="quarter" idx="2"/>
          </p:nvPr>
        </p:nvSpPr>
        <p:spPr>
          <a:xfrm>
            <a:off x="23558499" y="12460720"/>
            <a:ext cx="388621" cy="429261"/>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bg>
      <p:bgPr>
        <a:solidFill>
          <a:srgbClr val="FFFFFF"/>
        </a:solidFill>
      </p:bgPr>
    </p:bg>
    <p:spTree>
      <p:nvGrpSpPr>
        <p:cNvPr id="1" name=""/>
        <p:cNvGrpSpPr/>
        <p:nvPr/>
      </p:nvGrpSpPr>
      <p:grpSpPr>
        <a:xfrm>
          <a:off x="0" y="0"/>
          <a:ext cx="0" cy="0"/>
          <a:chOff x="0" y="0"/>
          <a:chExt cx="0" cy="0"/>
        </a:xfrm>
      </p:grpSpPr>
      <p:sp>
        <p:nvSpPr>
          <p:cNvPr id="21" name="Curved, white arches on a gray reflective floor"/>
          <p:cNvSpPr/>
          <p:nvPr>
            <p:ph type="pic" idx="21"/>
          </p:nvPr>
        </p:nvSpPr>
        <p:spPr>
          <a:xfrm>
            <a:off x="-76200" y="-558800"/>
            <a:ext cx="24574500" cy="14839510"/>
          </a:xfrm>
          <a:prstGeom prst="rect">
            <a:avLst/>
          </a:prstGeom>
        </p:spPr>
        <p:txBody>
          <a:bodyPr lIns="91439" tIns="45719" rIns="91439" bIns="45719">
            <a:noAutofit/>
          </a:bodyPr>
          <a:lstStyle/>
          <a:p>
            <a:pPr/>
          </a:p>
        </p:txBody>
      </p:sp>
      <p:sp>
        <p:nvSpPr>
          <p:cNvPr id="22" name="Author and Date"/>
          <p:cNvSpPr txBox="1"/>
          <p:nvPr>
            <p:ph type="body" sz="quarter" idx="22" hasCustomPrompt="1"/>
          </p:nvPr>
        </p:nvSpPr>
        <p:spPr>
          <a:xfrm>
            <a:off x="1206500" y="12268200"/>
            <a:ext cx="21971000" cy="660400"/>
          </a:xfrm>
          <a:prstGeom prst="rect">
            <a:avLst/>
          </a:prstGeom>
        </p:spPr>
        <p:txBody>
          <a:bodyPr lIns="45719" tIns="45719" rIns="45719" bIns="45719" anchor="b"/>
          <a:lstStyle>
            <a:lvl1pPr marL="0" indent="0" defTabSz="825500">
              <a:spcBef>
                <a:spcPts val="0"/>
              </a:spcBef>
              <a:buSzTx/>
              <a:buNone/>
              <a:defRPr sz="3300">
                <a:latin typeface="Produkt Light"/>
                <a:ea typeface="Produkt Light"/>
                <a:cs typeface="Produkt Light"/>
                <a:sym typeface="Produkt Light"/>
              </a:defRPr>
            </a:lvl1pPr>
          </a:lstStyle>
          <a:p>
            <a:pPr/>
            <a:r>
              <a:t>Author and Date</a:t>
            </a:r>
          </a:p>
        </p:txBody>
      </p:sp>
      <p:sp>
        <p:nvSpPr>
          <p:cNvPr id="23" name="Body Level One…"/>
          <p:cNvSpPr txBox="1"/>
          <p:nvPr>
            <p:ph type="body" sz="quarter" idx="1" hasCustomPrompt="1"/>
          </p:nvPr>
        </p:nvSpPr>
        <p:spPr>
          <a:xfrm>
            <a:off x="1206500" y="7353300"/>
            <a:ext cx="21971000" cy="2006600"/>
          </a:xfrm>
          <a:prstGeom prst="rect">
            <a:avLst/>
          </a:prstGeom>
        </p:spPr>
        <p:txBody>
          <a:bodyPr/>
          <a:lstStyle>
            <a:lvl1pPr marL="0" indent="0" defTabSz="825500">
              <a:spcBef>
                <a:spcPts val="0"/>
              </a:spcBef>
              <a:buSzTx/>
              <a:buNone/>
              <a:defRPr sz="5500">
                <a:latin typeface="+mn-lt"/>
                <a:ea typeface="+mn-ea"/>
                <a:cs typeface="+mn-cs"/>
                <a:sym typeface="Produkt Extralight"/>
              </a:defRPr>
            </a:lvl1pPr>
            <a:lvl2pPr marL="0" indent="457200" defTabSz="825500">
              <a:spcBef>
                <a:spcPts val="0"/>
              </a:spcBef>
              <a:buSzTx/>
              <a:buNone/>
              <a:defRPr sz="5500">
                <a:latin typeface="+mn-lt"/>
                <a:ea typeface="+mn-ea"/>
                <a:cs typeface="+mn-cs"/>
                <a:sym typeface="Produkt Extralight"/>
              </a:defRPr>
            </a:lvl2pPr>
            <a:lvl3pPr marL="0" indent="914400" defTabSz="825500">
              <a:spcBef>
                <a:spcPts val="0"/>
              </a:spcBef>
              <a:buSzTx/>
              <a:buNone/>
              <a:defRPr sz="5500">
                <a:latin typeface="+mn-lt"/>
                <a:ea typeface="+mn-ea"/>
                <a:cs typeface="+mn-cs"/>
                <a:sym typeface="Produkt Extralight"/>
              </a:defRPr>
            </a:lvl3pPr>
            <a:lvl4pPr marL="0" indent="1371600" defTabSz="825500">
              <a:spcBef>
                <a:spcPts val="0"/>
              </a:spcBef>
              <a:buSzTx/>
              <a:buNone/>
              <a:defRPr sz="5500">
                <a:latin typeface="+mn-lt"/>
                <a:ea typeface="+mn-ea"/>
                <a:cs typeface="+mn-cs"/>
                <a:sym typeface="Produkt Extralight"/>
              </a:defRPr>
            </a:lvl4pPr>
            <a:lvl5pPr marL="0" indent="1828800" defTabSz="825500">
              <a:spcBef>
                <a:spcPts val="0"/>
              </a:spcBef>
              <a:buSzTx/>
              <a:buNone/>
              <a:defRPr sz="5500">
                <a:latin typeface="+mn-lt"/>
                <a:ea typeface="+mn-ea"/>
                <a:cs typeface="+mn-cs"/>
                <a:sym typeface="Produkt Extralight"/>
              </a:defRPr>
            </a:lvl5pPr>
          </a:lstStyle>
          <a:p>
            <a:pPr/>
            <a:r>
              <a:t>Presentation Subtitle</a:t>
            </a:r>
          </a:p>
          <a:p>
            <a:pPr lvl="1"/>
            <a:r>
              <a:t/>
            </a:r>
          </a:p>
          <a:p>
            <a:pPr lvl="2"/>
            <a:r>
              <a:t/>
            </a:r>
          </a:p>
          <a:p>
            <a:pPr lvl="3"/>
            <a:r>
              <a:t/>
            </a:r>
          </a:p>
          <a:p>
            <a:pPr lvl="4"/>
            <a:r>
              <a:t/>
            </a:r>
          </a:p>
        </p:txBody>
      </p:sp>
      <p:sp>
        <p:nvSpPr>
          <p:cNvPr id="24" name="Presentation Title"/>
          <p:cNvSpPr txBox="1"/>
          <p:nvPr>
            <p:ph type="title" hasCustomPrompt="1"/>
          </p:nvPr>
        </p:nvSpPr>
        <p:spPr>
          <a:xfrm>
            <a:off x="1206500" y="2616200"/>
            <a:ext cx="21971004" cy="4648200"/>
          </a:xfrm>
          <a:prstGeom prst="rect">
            <a:avLst/>
          </a:prstGeom>
        </p:spPr>
        <p:txBody>
          <a:bodyPr anchor="b"/>
          <a:lstStyle>
            <a:lvl1pPr defTabSz="355600">
              <a:defRPr spc="-119" sz="12000"/>
            </a:lvl1pPr>
          </a:lstStyle>
          <a:p>
            <a:pPr/>
            <a:r>
              <a:t>Presentation Title</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Low angle view of a tall building with mirrored glass windows"/>
          <p:cNvSpPr/>
          <p:nvPr>
            <p:ph type="pic" idx="21"/>
          </p:nvPr>
        </p:nvSpPr>
        <p:spPr>
          <a:xfrm>
            <a:off x="8140700" y="-1"/>
            <a:ext cx="20574000" cy="13716001"/>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3335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150100"/>
            <a:ext cx="9779000" cy="5385424"/>
          </a:xfrm>
          <a:prstGeom prst="rect">
            <a:avLst/>
          </a:prstGeom>
        </p:spPr>
        <p:txBody>
          <a:bodyPr/>
          <a:lstStyle>
            <a:lvl1pPr marL="0" indent="0" defTabSz="825500">
              <a:spcBef>
                <a:spcPts val="0"/>
              </a:spcBef>
              <a:buSzTx/>
              <a:buNone/>
              <a:defRPr sz="5500">
                <a:latin typeface="+mn-lt"/>
                <a:ea typeface="+mn-ea"/>
                <a:cs typeface="+mn-cs"/>
                <a:sym typeface="Produkt Extralight"/>
              </a:defRPr>
            </a:lvl1pPr>
            <a:lvl2pPr marL="0" indent="457200" defTabSz="825500">
              <a:spcBef>
                <a:spcPts val="0"/>
              </a:spcBef>
              <a:buSzTx/>
              <a:buNone/>
              <a:defRPr sz="5500">
                <a:latin typeface="+mn-lt"/>
                <a:ea typeface="+mn-ea"/>
                <a:cs typeface="+mn-cs"/>
                <a:sym typeface="Produkt Extralight"/>
              </a:defRPr>
            </a:lvl2pPr>
            <a:lvl3pPr marL="0" indent="914400" defTabSz="825500">
              <a:spcBef>
                <a:spcPts val="0"/>
              </a:spcBef>
              <a:buSzTx/>
              <a:buNone/>
              <a:defRPr sz="5500">
                <a:latin typeface="+mn-lt"/>
                <a:ea typeface="+mn-ea"/>
                <a:cs typeface="+mn-cs"/>
                <a:sym typeface="Produkt Extralight"/>
              </a:defRPr>
            </a:lvl3pPr>
            <a:lvl4pPr marL="0" indent="1371600" defTabSz="825500">
              <a:spcBef>
                <a:spcPts val="0"/>
              </a:spcBef>
              <a:buSzTx/>
              <a:buNone/>
              <a:defRPr sz="5500">
                <a:latin typeface="+mn-lt"/>
                <a:ea typeface="+mn-ea"/>
                <a:cs typeface="+mn-cs"/>
                <a:sym typeface="Produkt Extralight"/>
              </a:defRPr>
            </a:lvl4pPr>
            <a:lvl5pPr marL="0" indent="1828800" defTabSz="825500">
              <a:spcBef>
                <a:spcPts val="0"/>
              </a:spcBef>
              <a:buSzTx/>
              <a:buNone/>
              <a:defRPr sz="5500">
                <a:latin typeface="+mn-lt"/>
                <a:ea typeface="+mn-ea"/>
                <a:cs typeface="+mn-cs"/>
                <a:sym typeface="Produkt Extralight"/>
              </a:defRPr>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Subtitle"/>
          <p:cNvSpPr txBox="1"/>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Slide Subtitle</a:t>
            </a:r>
          </a:p>
        </p:txBody>
      </p:sp>
      <p:sp>
        <p:nvSpPr>
          <p:cNvPr id="43" name="Slide Title"/>
          <p:cNvSpPr txBox="1"/>
          <p:nvPr>
            <p:ph type="title" hasCustomPrompt="1"/>
          </p:nvPr>
        </p:nvSpPr>
        <p:spPr>
          <a:prstGeom prst="rect">
            <a:avLst/>
          </a:prstGeom>
        </p:spPr>
        <p:txBody>
          <a:bodyPr/>
          <a:lstStyle/>
          <a:p>
            <a:pPr/>
            <a:r>
              <a:t>Slide 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Partial view of a ceiling with wood paneling"/>
          <p:cNvSpPr/>
          <p:nvPr>
            <p:ph type="pic" idx="21"/>
          </p:nvPr>
        </p:nvSpPr>
        <p:spPr>
          <a:xfrm>
            <a:off x="9588500" y="-482600"/>
            <a:ext cx="21513800" cy="14300200"/>
          </a:xfrm>
          <a:prstGeom prst="rect">
            <a:avLst/>
          </a:prstGeom>
        </p:spPr>
        <p:txBody>
          <a:bodyPr lIns="91439" tIns="45719" rIns="91439" bIns="45719">
            <a:noAutofit/>
          </a:bodyPr>
          <a:lstStyle/>
          <a:p>
            <a:pPr/>
          </a:p>
        </p:txBody>
      </p:sp>
      <p:sp>
        <p:nvSpPr>
          <p:cNvPr id="61" name="Slide Subtitle"/>
          <p:cNvSpPr txBox="1"/>
          <p:nvPr>
            <p:ph type="body" sz="quarter" idx="22" hasCustomPrompt="1"/>
          </p:nvPr>
        </p:nvSpPr>
        <p:spPr>
          <a:xfrm>
            <a:off x="1206500" y="2324100"/>
            <a:ext cx="9779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Slide Subtitle</a:t>
            </a:r>
          </a:p>
        </p:txBody>
      </p:sp>
      <p:sp>
        <p:nvSpPr>
          <p:cNvPr id="62" name="Slide Title"/>
          <p:cNvSpPr txBox="1"/>
          <p:nvPr>
            <p:ph type="title" hasCustomPrompt="1"/>
          </p:nvPr>
        </p:nvSpPr>
        <p:spPr>
          <a:xfrm>
            <a:off x="1206500" y="635000"/>
            <a:ext cx="9779000" cy="1689100"/>
          </a:xfrm>
          <a:prstGeom prst="rect">
            <a:avLst/>
          </a:prstGeom>
        </p:spPr>
        <p:txBody>
          <a:bodyPr/>
          <a:lstStyle/>
          <a:p>
            <a:pPr/>
            <a:r>
              <a:t>Slide Title</a:t>
            </a:r>
          </a:p>
        </p:txBody>
      </p:sp>
      <p:sp>
        <p:nvSpPr>
          <p:cNvPr id="63" name="Body Level One…"/>
          <p:cNvSpPr txBox="1"/>
          <p:nvPr>
            <p:ph type="body" sz="half" idx="1" hasCustomPrompt="1"/>
          </p:nvPr>
        </p:nvSpPr>
        <p:spPr>
          <a:xfrm>
            <a:off x="1206500" y="4248504"/>
            <a:ext cx="9779000" cy="8256012"/>
          </a:xfrm>
          <a:prstGeom prst="rect">
            <a:avLst/>
          </a:prstGeom>
        </p:spPr>
        <p:txBody>
          <a:bodyPr/>
          <a:lstStyle/>
          <a:p>
            <a:pPr/>
            <a:r>
              <a:t>Slide bullet text</a:t>
            </a:r>
          </a:p>
          <a:p>
            <a:pPr lvl="1"/>
            <a:r>
              <a:t/>
            </a:r>
          </a:p>
          <a:p>
            <a:pPr lvl="2"/>
            <a:r>
              <a:t/>
            </a:r>
          </a:p>
          <a:p>
            <a:pPr lvl="3"/>
            <a:r>
              <a:t/>
            </a:r>
          </a:p>
          <a:p>
            <a:pPr lvl="4"/>
            <a:r>
              <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Slide Subtitle"/>
          <p:cNvSpPr txBox="1"/>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Slide Subtitle</a:t>
            </a:r>
          </a:p>
        </p:txBody>
      </p:sp>
      <p:sp>
        <p:nvSpPr>
          <p:cNvPr id="72" name="Slide Title"/>
          <p:cNvSpPr txBox="1"/>
          <p:nvPr>
            <p:ph type="title" hasCustomPrompt="1"/>
          </p:nvPr>
        </p:nvSpPr>
        <p:spPr>
          <a:prstGeom prst="rect">
            <a:avLst/>
          </a:prstGeom>
        </p:spPr>
        <p:txBody>
          <a:bodyPr/>
          <a:lstStyle/>
          <a:p>
            <a:pPr/>
            <a:r>
              <a:t>Slide Title</a:t>
            </a:r>
          </a:p>
        </p:txBody>
      </p:sp>
      <p:sp>
        <p:nvSpPr>
          <p:cNvPr id="73" name="Body Level One…"/>
          <p:cNvSpPr txBox="1"/>
          <p:nvPr>
            <p:ph type="body" sz="half" idx="1" hasCustomPrompt="1"/>
          </p:nvPr>
        </p:nvSpPr>
        <p:spPr>
          <a:xfrm>
            <a:off x="1206500" y="4248504"/>
            <a:ext cx="9779000" cy="8256012"/>
          </a:xfrm>
          <a:prstGeom prst="rect">
            <a:avLst/>
          </a:prstGeom>
        </p:spPr>
        <p:txBody>
          <a:bodyPr/>
          <a:lstStyle/>
          <a:p>
            <a:pPr/>
            <a:r>
              <a:t>Slide bullet text</a:t>
            </a:r>
          </a:p>
          <a:p>
            <a:pPr lvl="1"/>
            <a:r>
              <a:t/>
            </a:r>
          </a:p>
          <a:p>
            <a:pPr lvl="2"/>
            <a:r>
              <a:t/>
            </a:r>
          </a:p>
          <a:p>
            <a:pPr lvl="3"/>
            <a:r>
              <a:t/>
            </a:r>
          </a:p>
          <a:p>
            <a:pPr lvl="4"/>
            <a:r>
              <a:t/>
            </a: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Slide Subtitle"/>
          <p:cNvSpPr txBox="1"/>
          <p:nvPr>
            <p:ph type="body" sz="quarter" idx="21" hasCustomPrompt="1"/>
          </p:nvPr>
        </p:nvSpPr>
        <p:spPr>
          <a:xfrm>
            <a:off x="1206500" y="2324100"/>
            <a:ext cx="9779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Slide Subtitle</a:t>
            </a:r>
          </a:p>
        </p:txBody>
      </p:sp>
      <p:sp>
        <p:nvSpPr>
          <p:cNvPr id="82" name="Slide Title"/>
          <p:cNvSpPr txBox="1"/>
          <p:nvPr>
            <p:ph type="title" hasCustomPrompt="1"/>
          </p:nvPr>
        </p:nvSpPr>
        <p:spPr>
          <a:xfrm>
            <a:off x="1206500" y="635000"/>
            <a:ext cx="9779000" cy="1689100"/>
          </a:xfrm>
          <a:prstGeom prst="rect">
            <a:avLst/>
          </a:prstGeom>
        </p:spPr>
        <p:txBody>
          <a:bodyPr/>
          <a:lstStyle/>
          <a:p>
            <a:pPr/>
            <a:r>
              <a:t>Slide Title</a:t>
            </a:r>
          </a:p>
        </p:txBody>
      </p:sp>
      <p:sp>
        <p:nvSpPr>
          <p:cNvPr id="83" name="Body Level One…"/>
          <p:cNvSpPr txBox="1"/>
          <p:nvPr>
            <p:ph type="body" sz="half" idx="1" hasCustomPrompt="1"/>
          </p:nvPr>
        </p:nvSpPr>
        <p:spPr>
          <a:xfrm>
            <a:off x="1206500" y="4248504"/>
            <a:ext cx="9779000" cy="8256012"/>
          </a:xfrm>
          <a:prstGeom prst="rect">
            <a:avLst/>
          </a:prstGeom>
        </p:spPr>
        <p:txBody>
          <a:bodyPr/>
          <a:lstStyle/>
          <a:p>
            <a:pPr/>
            <a:r>
              <a:t>Slide bullet text</a:t>
            </a:r>
          </a:p>
          <a:p>
            <a:pPr lvl="1"/>
            <a:r>
              <a:t/>
            </a:r>
          </a:p>
          <a:p>
            <a:pPr lvl="2"/>
            <a:r>
              <a:t/>
            </a:r>
          </a:p>
          <a:p>
            <a:pPr lvl="3"/>
            <a:r>
              <a:t/>
            </a:r>
          </a:p>
          <a:p>
            <a:pPr lvl="4"/>
            <a:r>
              <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91" name="Section Title"/>
          <p:cNvSpPr txBox="1"/>
          <p:nvPr>
            <p:ph type="title" hasCustomPrompt="1"/>
          </p:nvPr>
        </p:nvSpPr>
        <p:spPr>
          <a:xfrm>
            <a:off x="1206496" y="3911600"/>
            <a:ext cx="21971004" cy="4648200"/>
          </a:xfrm>
          <a:prstGeom prst="rect">
            <a:avLst/>
          </a:prstGeom>
        </p:spPr>
        <p:txBody>
          <a:bodyPr anchor="ctr"/>
          <a:lstStyle>
            <a:lvl1pPr>
              <a:defRPr spc="-119" sz="12000"/>
            </a:lvl1pPr>
          </a:lstStyle>
          <a:p>
            <a:pPr/>
            <a:r>
              <a:t>Section Title</a:t>
            </a:r>
          </a:p>
        </p:txBody>
      </p:sp>
      <p:sp>
        <p:nvSpPr>
          <p:cNvPr id="9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Subtitle"/>
          <p:cNvSpPr txBox="1"/>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Slide Subtitle</a:t>
            </a:r>
          </a:p>
        </p:txBody>
      </p:sp>
      <p:sp>
        <p:nvSpPr>
          <p:cNvPr id="100" name="Slide Title"/>
          <p:cNvSpPr txBox="1"/>
          <p:nvPr>
            <p:ph type="title" hasCustomPrompt="1"/>
          </p:nvPr>
        </p:nvSpPr>
        <p:spPr>
          <a:prstGeom prst="rect">
            <a:avLst/>
          </a:prstGeom>
        </p:spPr>
        <p:txBody>
          <a:bodyPr/>
          <a:lstStyle/>
          <a:p>
            <a:pPr/>
            <a:r>
              <a:t>Slide Title</a:t>
            </a: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Agenda Subtitle"/>
          <p:cNvSpPr txBox="1"/>
          <p:nvPr>
            <p:ph type="body" sz="quarter" idx="21" hasCustomPrompt="1"/>
          </p:nvPr>
        </p:nvSpPr>
        <p:spPr>
          <a:xfrm>
            <a:off x="1206500" y="2324100"/>
            <a:ext cx="21971000" cy="1003300"/>
          </a:xfrm>
          <a:prstGeom prst="rect">
            <a:avLst/>
          </a:prstGeom>
        </p:spPr>
        <p:txBody>
          <a:bodyPr lIns="45719" tIns="45719" rIns="45719" bIns="45719"/>
          <a:lstStyle>
            <a:lvl1pPr marL="0" indent="0" defTabSz="825500">
              <a:spcBef>
                <a:spcPts val="0"/>
              </a:spcBef>
              <a:buSzTx/>
              <a:buNone/>
              <a:defRPr sz="5500">
                <a:latin typeface="+mn-lt"/>
                <a:ea typeface="+mn-ea"/>
                <a:cs typeface="+mn-cs"/>
                <a:sym typeface="Produkt Extralight"/>
              </a:defRPr>
            </a:lvl1pPr>
          </a:lstStyle>
          <a:p>
            <a:pPr/>
            <a:r>
              <a:t>Agenda Subtitle</a:t>
            </a:r>
          </a:p>
        </p:txBody>
      </p:sp>
      <p:sp>
        <p:nvSpPr>
          <p:cNvPr id="109" name="Body Level One…"/>
          <p:cNvSpPr txBox="1"/>
          <p:nvPr>
            <p:ph type="body" idx="1" hasCustomPrompt="1"/>
          </p:nvPr>
        </p:nvSpPr>
        <p:spPr>
          <a:prstGeom prst="rect">
            <a:avLst/>
          </a:prstGeom>
        </p:spPr>
        <p:txBody>
          <a:bodyPr/>
          <a:lstStyle>
            <a:lvl1pPr marL="0" indent="0">
              <a:spcBef>
                <a:spcPts val="6000"/>
              </a:spcBef>
              <a:buSzTx/>
              <a:buNone/>
              <a:defRPr sz="5000"/>
            </a:lvl1pPr>
            <a:lvl2pPr marL="0" indent="457200">
              <a:spcBef>
                <a:spcPts val="6000"/>
              </a:spcBef>
              <a:buSzTx/>
              <a:buNone/>
              <a:defRPr sz="5000"/>
            </a:lvl2pPr>
            <a:lvl3pPr marL="0" indent="914400">
              <a:spcBef>
                <a:spcPts val="6000"/>
              </a:spcBef>
              <a:buSzTx/>
              <a:buNone/>
              <a:defRPr sz="5000"/>
            </a:lvl3pPr>
            <a:lvl4pPr marL="0" indent="1371600">
              <a:spcBef>
                <a:spcPts val="6000"/>
              </a:spcBef>
              <a:buSzTx/>
              <a:buNone/>
              <a:defRPr sz="5000"/>
            </a:lvl4pPr>
            <a:lvl5pPr marL="0" indent="1828800">
              <a:spcBef>
                <a:spcPts val="6000"/>
              </a:spcBef>
              <a:buSzTx/>
              <a:buNone/>
              <a:defRPr sz="5000"/>
            </a:lvl5pPr>
          </a:lstStyle>
          <a:p>
            <a:pPr/>
            <a:r>
              <a:t>Agenda Topics</a:t>
            </a:r>
          </a:p>
          <a:p>
            <a:pPr lvl="1"/>
            <a:r>
              <a:t/>
            </a:r>
          </a:p>
          <a:p>
            <a:pPr lvl="2"/>
            <a:r>
              <a:t/>
            </a:r>
          </a:p>
          <a:p>
            <a:pPr lvl="3"/>
            <a:r>
              <a:t/>
            </a:r>
          </a:p>
          <a:p>
            <a:pPr lvl="4"/>
            <a:r>
              <a:t/>
            </a:r>
          </a:p>
        </p:txBody>
      </p:sp>
      <p:sp>
        <p:nvSpPr>
          <p:cNvPr id="110" name="Agenda Title"/>
          <p:cNvSpPr txBox="1"/>
          <p:nvPr>
            <p:ph type="title" hasCustomPrompt="1"/>
          </p:nvPr>
        </p:nvSpPr>
        <p:spPr>
          <a:prstGeom prst="rect">
            <a:avLst/>
          </a:prstGeom>
        </p:spPr>
        <p:txBody>
          <a:bodyPr/>
          <a:lstStyle/>
          <a:p>
            <a:pPr/>
            <a:r>
              <a:t>Agenda Title</a:t>
            </a:r>
          </a:p>
        </p:txBody>
      </p:sp>
      <p:sp>
        <p:nvSpPr>
          <p:cNvPr id="1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18" name="Body Level One…"/>
          <p:cNvSpPr txBox="1"/>
          <p:nvPr>
            <p:ph type="body" sz="half" idx="1" hasCustomPrompt="1"/>
          </p:nvPr>
        </p:nvSpPr>
        <p:spPr>
          <a:xfrm>
            <a:off x="1206500" y="4191000"/>
            <a:ext cx="21971000" cy="4089400"/>
          </a:xfrm>
          <a:prstGeom prst="rect">
            <a:avLst/>
          </a:prstGeom>
        </p:spPr>
        <p:txBody>
          <a:bodyPr anchor="ctr"/>
          <a:lstStyle>
            <a:lvl1pPr marL="0" indent="0" algn="ctr" defTabSz="2438400">
              <a:lnSpc>
                <a:spcPct val="90000"/>
              </a:lnSpc>
              <a:spcBef>
                <a:spcPts val="0"/>
              </a:spcBef>
              <a:buSzTx/>
              <a:buNone/>
              <a:defRPr spc="-119" sz="12000">
                <a:latin typeface="+mn-lt"/>
                <a:ea typeface="+mn-ea"/>
                <a:cs typeface="+mn-cs"/>
                <a:sym typeface="Produkt Extralight"/>
              </a:defRPr>
            </a:lvl1pPr>
            <a:lvl2pPr marL="0" indent="457200" algn="ctr" defTabSz="2438400">
              <a:lnSpc>
                <a:spcPct val="90000"/>
              </a:lnSpc>
              <a:spcBef>
                <a:spcPts val="0"/>
              </a:spcBef>
              <a:buSzTx/>
              <a:buNone/>
              <a:defRPr spc="-119" sz="12000">
                <a:latin typeface="+mn-lt"/>
                <a:ea typeface="+mn-ea"/>
                <a:cs typeface="+mn-cs"/>
                <a:sym typeface="Produkt Extralight"/>
              </a:defRPr>
            </a:lvl2pPr>
            <a:lvl3pPr marL="0" indent="914400" algn="ctr" defTabSz="2438400">
              <a:lnSpc>
                <a:spcPct val="90000"/>
              </a:lnSpc>
              <a:spcBef>
                <a:spcPts val="0"/>
              </a:spcBef>
              <a:buSzTx/>
              <a:buNone/>
              <a:defRPr spc="-119" sz="12000">
                <a:latin typeface="+mn-lt"/>
                <a:ea typeface="+mn-ea"/>
                <a:cs typeface="+mn-cs"/>
                <a:sym typeface="Produkt Extralight"/>
              </a:defRPr>
            </a:lvl3pPr>
            <a:lvl4pPr marL="0" indent="1371600" algn="ctr" defTabSz="2438400">
              <a:lnSpc>
                <a:spcPct val="90000"/>
              </a:lnSpc>
              <a:spcBef>
                <a:spcPts val="0"/>
              </a:spcBef>
              <a:buSzTx/>
              <a:buNone/>
              <a:defRPr spc="-119" sz="12000">
                <a:latin typeface="+mn-lt"/>
                <a:ea typeface="+mn-ea"/>
                <a:cs typeface="+mn-cs"/>
                <a:sym typeface="Produkt Extralight"/>
              </a:defRPr>
            </a:lvl4pPr>
            <a:lvl5pPr marL="0" indent="1828800" algn="ctr" defTabSz="2438400">
              <a:lnSpc>
                <a:spcPct val="90000"/>
              </a:lnSpc>
              <a:spcBef>
                <a:spcPts val="0"/>
              </a:spcBef>
              <a:buSzTx/>
              <a:buNone/>
              <a:defRPr spc="-119" sz="12000">
                <a:latin typeface="+mn-lt"/>
                <a:ea typeface="+mn-ea"/>
                <a:cs typeface="+mn-cs"/>
                <a:sym typeface="Produkt Extralight"/>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26" name="Body Level One…"/>
          <p:cNvSpPr txBox="1"/>
          <p:nvPr>
            <p:ph type="body" idx="1" hasCustomPrompt="1"/>
          </p:nvPr>
        </p:nvSpPr>
        <p:spPr>
          <a:xfrm>
            <a:off x="1206500" y="1206500"/>
            <a:ext cx="21971000" cy="7353300"/>
          </a:xfrm>
          <a:prstGeom prst="rect">
            <a:avLst/>
          </a:prstGeom>
        </p:spPr>
        <p:txBody>
          <a:bodyPr anchor="b"/>
          <a:lstStyle>
            <a:lvl1pPr marL="0" indent="0" algn="ctr" defTabSz="2438400">
              <a:lnSpc>
                <a:spcPct val="90000"/>
              </a:lnSpc>
              <a:spcBef>
                <a:spcPts val="0"/>
              </a:spcBef>
              <a:buSzTx/>
              <a:buNone/>
              <a:defRPr spc="-1750" sz="35000">
                <a:latin typeface="+mn-lt"/>
                <a:ea typeface="+mn-ea"/>
                <a:cs typeface="+mn-cs"/>
                <a:sym typeface="Produkt Extralight"/>
              </a:defRPr>
            </a:lvl1pPr>
            <a:lvl2pPr marL="0" indent="457200" algn="ctr" defTabSz="2438400">
              <a:lnSpc>
                <a:spcPct val="90000"/>
              </a:lnSpc>
              <a:spcBef>
                <a:spcPts val="0"/>
              </a:spcBef>
              <a:buSzTx/>
              <a:buNone/>
              <a:defRPr spc="-1750" sz="35000">
                <a:latin typeface="+mn-lt"/>
                <a:ea typeface="+mn-ea"/>
                <a:cs typeface="+mn-cs"/>
                <a:sym typeface="Produkt Extralight"/>
              </a:defRPr>
            </a:lvl2pPr>
            <a:lvl3pPr marL="0" indent="914400" algn="ctr" defTabSz="2438400">
              <a:lnSpc>
                <a:spcPct val="90000"/>
              </a:lnSpc>
              <a:spcBef>
                <a:spcPts val="0"/>
              </a:spcBef>
              <a:buSzTx/>
              <a:buNone/>
              <a:defRPr spc="-1750" sz="35000">
                <a:latin typeface="+mn-lt"/>
                <a:ea typeface="+mn-ea"/>
                <a:cs typeface="+mn-cs"/>
                <a:sym typeface="Produkt Extralight"/>
              </a:defRPr>
            </a:lvl3pPr>
            <a:lvl4pPr marL="0" indent="1371600" algn="ctr" defTabSz="2438400">
              <a:lnSpc>
                <a:spcPct val="90000"/>
              </a:lnSpc>
              <a:spcBef>
                <a:spcPts val="0"/>
              </a:spcBef>
              <a:buSzTx/>
              <a:buNone/>
              <a:defRPr spc="-1750" sz="35000">
                <a:latin typeface="+mn-lt"/>
                <a:ea typeface="+mn-ea"/>
                <a:cs typeface="+mn-cs"/>
                <a:sym typeface="Produkt Extralight"/>
              </a:defRPr>
            </a:lvl4pPr>
            <a:lvl5pPr marL="0" indent="1828800" algn="ctr" defTabSz="2438400">
              <a:lnSpc>
                <a:spcPct val="90000"/>
              </a:lnSpc>
              <a:spcBef>
                <a:spcPts val="0"/>
              </a:spcBef>
              <a:buSzTx/>
              <a:buNone/>
              <a:defRPr spc="-1750" sz="35000">
                <a:latin typeface="+mn-lt"/>
                <a:ea typeface="+mn-ea"/>
                <a:cs typeface="+mn-cs"/>
                <a:sym typeface="Produkt Extralight"/>
              </a:defRPr>
            </a:lvl5pPr>
          </a:lstStyle>
          <a:p>
            <a:pPr/>
            <a:r>
              <a:t>100%</a:t>
            </a:r>
          </a:p>
          <a:p>
            <a:pPr lvl="1"/>
            <a:r>
              <a:t/>
            </a:r>
          </a:p>
          <a:p>
            <a:pPr lvl="2"/>
            <a:r>
              <a:t/>
            </a:r>
          </a:p>
          <a:p>
            <a:pPr lvl="3"/>
            <a:r>
              <a:t/>
            </a:r>
          </a:p>
          <a:p>
            <a:pPr lvl="4"/>
            <a:r>
              <a:t/>
            </a:r>
          </a:p>
        </p:txBody>
      </p:sp>
      <p:sp>
        <p:nvSpPr>
          <p:cNvPr id="127" name="Fact information"/>
          <p:cNvSpPr txBox="1"/>
          <p:nvPr>
            <p:ph type="body" sz="quarter" idx="21" hasCustomPrompt="1"/>
          </p:nvPr>
        </p:nvSpPr>
        <p:spPr>
          <a:xfrm>
            <a:off x="1206500" y="8128000"/>
            <a:ext cx="21971000" cy="1079500"/>
          </a:xfrm>
          <a:prstGeom prst="rect">
            <a:avLst/>
          </a:prstGeom>
        </p:spPr>
        <p:txBody>
          <a:bodyPr lIns="45719" tIns="45719" rIns="45719" bIns="45719"/>
          <a:lstStyle>
            <a:lvl1pPr marL="0" indent="0" algn="ctr" defTabSz="825500">
              <a:lnSpc>
                <a:spcPct val="90000"/>
              </a:lnSpc>
              <a:spcBef>
                <a:spcPts val="0"/>
              </a:spcBef>
              <a:buSzTx/>
              <a:buNone/>
              <a:defRPr spc="-55" sz="5500">
                <a:latin typeface="+mn-lt"/>
                <a:ea typeface="+mn-ea"/>
                <a:cs typeface="+mn-cs"/>
                <a:sym typeface="Produkt Extralight"/>
              </a:defRPr>
            </a:lvl1pPr>
          </a:lstStyle>
          <a:p>
            <a:pPr/>
            <a:r>
              <a:t>Fact information</a:t>
            </a: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35" name="Attribution"/>
          <p:cNvSpPr txBox="1"/>
          <p:nvPr>
            <p:ph type="body" sz="quarter" idx="21" hasCustomPrompt="1"/>
          </p:nvPr>
        </p:nvSpPr>
        <p:spPr>
          <a:xfrm>
            <a:off x="5461000" y="9563100"/>
            <a:ext cx="13728700" cy="698500"/>
          </a:xfrm>
          <a:prstGeom prst="rect">
            <a:avLst/>
          </a:prstGeom>
        </p:spPr>
        <p:txBody>
          <a:bodyPr lIns="45719" tIns="45719" rIns="45719" bIns="45719"/>
          <a:lstStyle>
            <a:lvl1pPr marL="0" indent="0" defTabSz="825500">
              <a:spcBef>
                <a:spcPts val="0"/>
              </a:spcBef>
              <a:buSzTx/>
              <a:buNone/>
              <a:defRPr sz="3600">
                <a:latin typeface="Produkt Light"/>
                <a:ea typeface="Produkt Light"/>
                <a:cs typeface="Produkt Light"/>
                <a:sym typeface="Produkt Light"/>
              </a:defRPr>
            </a:lvl1pPr>
          </a:lstStyle>
          <a:p>
            <a:pPr/>
            <a:r>
              <a:t>Attribution</a:t>
            </a:r>
          </a:p>
        </p:txBody>
      </p:sp>
      <p:sp>
        <p:nvSpPr>
          <p:cNvPr id="136" name="Body Level One…"/>
          <p:cNvSpPr txBox="1"/>
          <p:nvPr>
            <p:ph type="body" sz="quarter" idx="1" hasCustomPrompt="1"/>
          </p:nvPr>
        </p:nvSpPr>
        <p:spPr>
          <a:xfrm>
            <a:off x="5194300" y="4165600"/>
            <a:ext cx="13995400" cy="4432300"/>
          </a:xfrm>
          <a:prstGeom prst="rect">
            <a:avLst/>
          </a:prstGeom>
        </p:spPr>
        <p:txBody>
          <a:bodyPr anchor="b"/>
          <a:lstStyle>
            <a:lvl1pPr marL="254000" indent="-254000" defTabSz="2438400">
              <a:lnSpc>
                <a:spcPct val="90000"/>
              </a:lnSpc>
              <a:spcBef>
                <a:spcPts val="0"/>
              </a:spcBef>
              <a:buSzTx/>
              <a:buNone/>
              <a:defRPr spc="-93" sz="9300">
                <a:latin typeface="+mn-lt"/>
                <a:ea typeface="+mn-ea"/>
                <a:cs typeface="+mn-cs"/>
                <a:sym typeface="Produkt Extralight"/>
              </a:defRPr>
            </a:lvl1pPr>
            <a:lvl2pPr marL="254000" indent="203200" defTabSz="2438400">
              <a:lnSpc>
                <a:spcPct val="90000"/>
              </a:lnSpc>
              <a:spcBef>
                <a:spcPts val="0"/>
              </a:spcBef>
              <a:buSzTx/>
              <a:buNone/>
              <a:defRPr spc="-93" sz="9300">
                <a:latin typeface="+mn-lt"/>
                <a:ea typeface="+mn-ea"/>
                <a:cs typeface="+mn-cs"/>
                <a:sym typeface="Produkt Extralight"/>
              </a:defRPr>
            </a:lvl2pPr>
            <a:lvl3pPr marL="254000" indent="660400" defTabSz="2438400">
              <a:lnSpc>
                <a:spcPct val="90000"/>
              </a:lnSpc>
              <a:spcBef>
                <a:spcPts val="0"/>
              </a:spcBef>
              <a:buSzTx/>
              <a:buNone/>
              <a:defRPr spc="-93" sz="9300">
                <a:latin typeface="+mn-lt"/>
                <a:ea typeface="+mn-ea"/>
                <a:cs typeface="+mn-cs"/>
                <a:sym typeface="Produkt Extralight"/>
              </a:defRPr>
            </a:lvl3pPr>
            <a:lvl4pPr marL="254000" indent="1117600" defTabSz="2438400">
              <a:lnSpc>
                <a:spcPct val="90000"/>
              </a:lnSpc>
              <a:spcBef>
                <a:spcPts val="0"/>
              </a:spcBef>
              <a:buSzTx/>
              <a:buNone/>
              <a:defRPr spc="-93" sz="9300">
                <a:latin typeface="+mn-lt"/>
                <a:ea typeface="+mn-ea"/>
                <a:cs typeface="+mn-cs"/>
                <a:sym typeface="Produkt Extralight"/>
              </a:defRPr>
            </a:lvl4pPr>
            <a:lvl5pPr marL="254000" indent="1574800" defTabSz="2438400">
              <a:lnSpc>
                <a:spcPct val="90000"/>
              </a:lnSpc>
              <a:spcBef>
                <a:spcPts val="0"/>
              </a:spcBef>
              <a:buSzTx/>
              <a:buNone/>
              <a:defRPr spc="-93" sz="9300">
                <a:latin typeface="+mn-lt"/>
                <a:ea typeface="+mn-ea"/>
                <a:cs typeface="+mn-cs"/>
                <a:sym typeface="Produkt Extralight"/>
              </a:defRPr>
            </a:lvl5pPr>
          </a:lstStyle>
          <a:p>
            <a:pPr/>
            <a:r>
              <a:t>“Notable Quote”</a:t>
            </a:r>
          </a:p>
          <a:p>
            <a:pPr lvl="1"/>
            <a:r>
              <a:t/>
            </a:r>
          </a:p>
          <a:p>
            <a:pPr lvl="2"/>
            <a:r>
              <a:t/>
            </a:r>
          </a:p>
          <a:p>
            <a:pPr lvl="3"/>
            <a:r>
              <a:t/>
            </a:r>
          </a:p>
          <a:p>
            <a:pPr lvl="4"/>
            <a:r>
              <a:t/>
            </a: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Corridor of an open-air stone building under a pink and purple sky"/>
          <p:cNvSpPr/>
          <p:nvPr>
            <p:ph type="pic" sz="quarter" idx="21"/>
          </p:nvPr>
        </p:nvSpPr>
        <p:spPr>
          <a:xfrm>
            <a:off x="1257300" y="3213100"/>
            <a:ext cx="7289800" cy="7289800"/>
          </a:xfrm>
          <a:prstGeom prst="rect">
            <a:avLst/>
          </a:prstGeom>
        </p:spPr>
        <p:txBody>
          <a:bodyPr lIns="91439" tIns="45719" rIns="91439" bIns="45719">
            <a:noAutofit/>
          </a:bodyPr>
          <a:lstStyle/>
          <a:p>
            <a:pPr/>
          </a:p>
        </p:txBody>
      </p:sp>
      <p:sp>
        <p:nvSpPr>
          <p:cNvPr id="145" name="Black and white close-up of a curved roof"/>
          <p:cNvSpPr/>
          <p:nvPr>
            <p:ph type="pic" sz="half" idx="22"/>
          </p:nvPr>
        </p:nvSpPr>
        <p:spPr>
          <a:xfrm>
            <a:off x="6577500" y="3632200"/>
            <a:ext cx="11228999" cy="6451600"/>
          </a:xfrm>
          <a:prstGeom prst="rect">
            <a:avLst/>
          </a:prstGeom>
        </p:spPr>
        <p:txBody>
          <a:bodyPr lIns="91439" tIns="45719" rIns="91439" bIns="45719">
            <a:noAutofit/>
          </a:bodyPr>
          <a:lstStyle/>
          <a:p>
            <a:pPr/>
          </a:p>
        </p:txBody>
      </p:sp>
      <p:sp>
        <p:nvSpPr>
          <p:cNvPr id="146" name="Low angle view of a metal spiral staircase"/>
          <p:cNvSpPr/>
          <p:nvPr>
            <p:ph type="pic" sz="quarter" idx="23"/>
          </p:nvPr>
        </p:nvSpPr>
        <p:spPr>
          <a:xfrm>
            <a:off x="14643100" y="3632200"/>
            <a:ext cx="9677400" cy="6451600"/>
          </a:xfrm>
          <a:prstGeom prst="rect">
            <a:avLst/>
          </a:prstGeom>
        </p:spPr>
        <p:txBody>
          <a:bodyPr lIns="91439" tIns="45719" rIns="91439" bIns="45719">
            <a:noAutofit/>
          </a:bodyPr>
          <a:lstStyle/>
          <a:p>
            <a:pPr/>
          </a:p>
        </p:txBody>
      </p:sp>
      <p:sp>
        <p:nvSpPr>
          <p:cNvPr id="1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bg>
      <p:bgPr>
        <a:solidFill>
          <a:srgbClr val="FFFFFF"/>
        </a:solidFill>
      </p:bgPr>
    </p:bg>
    <p:spTree>
      <p:nvGrpSpPr>
        <p:cNvPr id="1" name=""/>
        <p:cNvGrpSpPr/>
        <p:nvPr/>
      </p:nvGrpSpPr>
      <p:grpSpPr>
        <a:xfrm>
          <a:off x="0" y="0"/>
          <a:ext cx="0" cy="0"/>
          <a:chOff x="0" y="0"/>
          <a:chExt cx="0" cy="0"/>
        </a:xfrm>
      </p:grpSpPr>
      <p:sp>
        <p:nvSpPr>
          <p:cNvPr id="154" name="Futuristic, white corridor with shadows"/>
          <p:cNvSpPr/>
          <p:nvPr>
            <p:ph type="pic" idx="21"/>
          </p:nvPr>
        </p:nvSpPr>
        <p:spPr>
          <a:xfrm>
            <a:off x="-38100" y="-520700"/>
            <a:ext cx="24447500" cy="14763310"/>
          </a:xfrm>
          <a:prstGeom prst="rect">
            <a:avLst/>
          </a:prstGeom>
        </p:spPr>
        <p:txBody>
          <a:bodyPr lIns="91439" tIns="45719" rIns="91439" bIns="45719">
            <a:noAutofit/>
          </a:bodyPr>
          <a:lstStyle/>
          <a:p>
            <a:pPr/>
          </a:p>
        </p:txBody>
      </p:sp>
      <p:sp>
        <p:nvSpPr>
          <p:cNvPr id="15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Relationship Id="rId15" Type="http://schemas.openxmlformats.org/officeDocument/2006/relationships/slideLayout" Target="../slideLayouts/slideLayout13.xml"/><Relationship Id="rId16" Type="http://schemas.openxmlformats.org/officeDocument/2006/relationships/slideLayout" Target="../slideLayouts/slideLayout14.xml"/><Relationship Id="rId17" Type="http://schemas.openxmlformats.org/officeDocument/2006/relationships/slideLayout" Target="../slideLayouts/slideLayout15.xml"/><Relationship Id="rId18" Type="http://schemas.openxmlformats.org/officeDocument/2006/relationships/slideLayout" Target="../slideLayouts/slideLayout16.xml"/><Relationship Id="rId19"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635000"/>
            <a:ext cx="21971000" cy="16891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23558499" y="12458699"/>
            <a:ext cx="388621" cy="429261"/>
          </a:xfrm>
          <a:prstGeom prst="rect">
            <a:avLst/>
          </a:prstGeom>
          <a:ln w="12700">
            <a:miter lim="400000"/>
          </a:ln>
        </p:spPr>
        <p:txBody>
          <a:bodyPr wrap="none" lIns="50800" tIns="50800" rIns="50800" bIns="50800" anchor="b">
            <a:spAutoFit/>
          </a:bodyPr>
          <a:lstStyle>
            <a:lvl1pPr algn="r" defTabSz="584200">
              <a:spcBef>
                <a:spcPts val="0"/>
              </a:spcBef>
              <a:defRPr sz="2000">
                <a:latin typeface="Graphik"/>
                <a:ea typeface="Graphik"/>
                <a:cs typeface="Graphik"/>
                <a:sym typeface="Graphik"/>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Lst>
  <p:transition xmlns:p14="http://schemas.microsoft.com/office/powerpoint/2010/main" spd="med" advClick="1"/>
  <p:txStyles>
    <p:titleStyle>
      <a:lvl1pPr marL="0" marR="0" indent="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1pPr>
      <a:lvl2pPr marL="0" marR="0" indent="4572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2pPr>
      <a:lvl3pPr marL="0" marR="0" indent="9144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3pPr>
      <a:lvl4pPr marL="0" marR="0" indent="13716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4pPr>
      <a:lvl5pPr marL="0" marR="0" indent="18288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5pPr>
      <a:lvl6pPr marL="0" marR="0" indent="22860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6pPr>
      <a:lvl7pPr marL="0" marR="0" indent="27432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7pPr>
      <a:lvl8pPr marL="0" marR="0" indent="32004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8pPr>
      <a:lvl9pPr marL="0" marR="0" indent="3657600" algn="l" defTabSz="2438400" rtl="0" latinLnBrk="0">
        <a:lnSpc>
          <a:spcPct val="90000"/>
        </a:lnSpc>
        <a:spcBef>
          <a:spcPts val="0"/>
        </a:spcBef>
        <a:spcAft>
          <a:spcPts val="0"/>
        </a:spcAft>
        <a:buClrTx/>
        <a:buSzTx/>
        <a:buFontTx/>
        <a:buNone/>
        <a:tabLst/>
        <a:defRPr b="0" baseline="0" cap="none" i="0" spc="-100" strike="noStrike" sz="10000" u="none">
          <a:solidFill>
            <a:schemeClr val="accent1">
              <a:satOff val="-9155"/>
              <a:lumOff val="-32673"/>
            </a:schemeClr>
          </a:solidFill>
          <a:uFillTx/>
          <a:latin typeface="+mn-lt"/>
          <a:ea typeface="+mn-ea"/>
          <a:cs typeface="+mn-cs"/>
          <a:sym typeface="Produkt Extralight"/>
        </a:defRPr>
      </a:lvl9pPr>
    </p:titleStyle>
    <p:bodyStyle>
      <a:lvl1pPr marL="4572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1pPr>
      <a:lvl2pPr marL="9144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2pPr>
      <a:lvl3pPr marL="13716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3pPr>
      <a:lvl4pPr marL="18288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4pPr>
      <a:lvl5pPr marL="22860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5pPr>
      <a:lvl6pPr marL="27432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6pPr>
      <a:lvl7pPr marL="32004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7pPr>
      <a:lvl8pPr marL="36576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8pPr>
      <a:lvl9pPr marL="4114800" marR="0" indent="-457200" algn="l" defTabSz="355600" rtl="0" latinLnBrk="0">
        <a:lnSpc>
          <a:spcPct val="100000"/>
        </a:lnSpc>
        <a:spcBef>
          <a:spcPts val="4700"/>
        </a:spcBef>
        <a:spcAft>
          <a:spcPts val="0"/>
        </a:spcAft>
        <a:buClrTx/>
        <a:buSzPct val="100000"/>
        <a:buFontTx/>
        <a:buChar char="•"/>
        <a:tabLst/>
        <a:defRPr b="0" baseline="0" cap="none" i="0" spc="0" strike="noStrike" sz="4000" u="none">
          <a:solidFill>
            <a:schemeClr val="accent1">
              <a:satOff val="-9155"/>
              <a:lumOff val="-32673"/>
            </a:schemeClr>
          </a:solidFill>
          <a:uFillTx/>
          <a:latin typeface="Graphik Light"/>
          <a:ea typeface="Graphik Light"/>
          <a:cs typeface="Graphik Light"/>
          <a:sym typeface="Graphik Light"/>
        </a:defRPr>
      </a:lvl9pPr>
    </p:bodyStyle>
    <p:otherStyle>
      <a:lvl1pPr marL="0" marR="0" indent="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1pPr>
      <a:lvl2pPr marL="0" marR="0" indent="4572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2pPr>
      <a:lvl3pPr marL="0" marR="0" indent="9144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3pPr>
      <a:lvl4pPr marL="0" marR="0" indent="13716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4pPr>
      <a:lvl5pPr marL="0" marR="0" indent="18288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5pPr>
      <a:lvl6pPr marL="0" marR="0" indent="22860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6pPr>
      <a:lvl7pPr marL="0" marR="0" indent="27432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7pPr>
      <a:lvl8pPr marL="0" marR="0" indent="32004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8pPr>
      <a:lvl9pPr marL="0" marR="0" indent="3657600" algn="r" defTabSz="584200" rtl="0" latinLnBrk="0">
        <a:lnSpc>
          <a:spcPct val="100000"/>
        </a:lnSpc>
        <a:spcBef>
          <a:spcPts val="0"/>
        </a:spcBef>
        <a:spcAft>
          <a:spcPts val="0"/>
        </a:spcAft>
        <a:buClrTx/>
        <a:buSzTx/>
        <a:buFontTx/>
        <a:buNone/>
        <a:tabLst/>
        <a:defRPr b="0" baseline="0" cap="none" i="0" spc="0" strike="noStrike" sz="2000" u="none">
          <a:solidFill>
            <a:schemeClr val="tx1"/>
          </a:solidFill>
          <a:uFillTx/>
          <a:latin typeface="+mn-lt"/>
          <a:ea typeface="+mn-ea"/>
          <a:cs typeface="+mn-cs"/>
          <a:sym typeface="Graphik"/>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1.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image" Target="../media/image4.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kubernetes.io/docs/concepts/containers/" TargetMode="External"/><Relationship Id="rId4" Type="http://schemas.openxmlformats.org/officeDocument/2006/relationships/image" Target="../media/image4.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5.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6.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Qingsong Zhang,  Ph. D.                             October, 2025"/>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Qingsong Zhang,  Ph. D.                             October, 2025</a:t>
            </a:r>
          </a:p>
        </p:txBody>
      </p:sp>
      <p:sp>
        <p:nvSpPr>
          <p:cNvPr id="172" name="Presentation Subtitle"/>
          <p:cNvSpPr txBox="1"/>
          <p:nvPr>
            <p:ph type="subTitle" sz="quarter" idx="1"/>
          </p:nvPr>
        </p:nvSpPr>
        <p:spPr>
          <a:prstGeom prst="rect">
            <a:avLst/>
          </a:prstGeom>
        </p:spPr>
        <p:txBody>
          <a:bodyPr/>
          <a:lstStyle/>
          <a:p>
            <a:pPr/>
          </a:p>
        </p:txBody>
      </p:sp>
      <p:sp>
        <p:nvSpPr>
          <p:cNvPr id="173" name="Kubernetes"/>
          <p:cNvSpPr txBox="1"/>
          <p:nvPr>
            <p:ph type="ctrTitle"/>
          </p:nvPr>
        </p:nvSpPr>
        <p:spPr>
          <a:prstGeom prst="rect">
            <a:avLst/>
          </a:prstGeom>
        </p:spPr>
        <p:txBody>
          <a:bodyPr/>
          <a:lstStyle/>
          <a:p>
            <a:pPr/>
            <a:r>
              <a:t>Kubernetes</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Slide Subtitle"/>
          <p:cNvSpPr txBox="1"/>
          <p:nvPr>
            <p:ph type="body" idx="21"/>
          </p:nvPr>
        </p:nvSpPr>
        <p:spPr>
          <a:prstGeom prst="rect">
            <a:avLst/>
          </a:prstGeom>
        </p:spPr>
        <p:txBody>
          <a:bodyPr/>
          <a:lstStyle/>
          <a:p>
            <a:pPr/>
          </a:p>
        </p:txBody>
      </p:sp>
      <p:sp>
        <p:nvSpPr>
          <p:cNvPr id="176" name="What is Kubernetes"/>
          <p:cNvSpPr txBox="1"/>
          <p:nvPr>
            <p:ph type="title"/>
          </p:nvPr>
        </p:nvSpPr>
        <p:spPr>
          <a:prstGeom prst="rect">
            <a:avLst/>
          </a:prstGeom>
        </p:spPr>
        <p:txBody>
          <a:bodyPr/>
          <a:lstStyle>
            <a:lvl1pPr defTabSz="2316479">
              <a:defRPr spc="-95" sz="9500"/>
            </a:lvl1pPr>
          </a:lstStyle>
          <a:p>
            <a:pPr/>
            <a:r>
              <a:t>What is Kubernetes</a:t>
            </a:r>
          </a:p>
        </p:txBody>
      </p:sp>
      <p:sp>
        <p:nvSpPr>
          <p:cNvPr id="177" name="Kubernetes is an orchestration framework for Docker containers which helps expose containers as services to the outside world.…"/>
          <p:cNvSpPr txBox="1"/>
          <p:nvPr>
            <p:ph type="body" idx="1"/>
          </p:nvPr>
        </p:nvSpPr>
        <p:spPr>
          <a:prstGeom prst="rect">
            <a:avLst/>
          </a:prstGeom>
        </p:spPr>
        <p:txBody>
          <a:bodyPr/>
          <a:lstStyle/>
          <a:p>
            <a:pPr marL="0" indent="0">
              <a:buSzTx/>
              <a:buNone/>
            </a:pPr>
            <a:r>
              <a:t>Kubernetes is an orchestration framework for Docker containers which helps expose containers as services to the outside world.</a:t>
            </a:r>
          </a:p>
          <a:p>
            <a:pPr marL="0" indent="0">
              <a:buSzTx/>
              <a:buNone/>
            </a:pPr>
            <a:r>
              <a:t>For example, you can have two services − One service would contain </a:t>
            </a:r>
            <a:r>
              <a:rPr b="1">
                <a:latin typeface="Graphik"/>
                <a:ea typeface="Graphik"/>
                <a:cs typeface="Graphik"/>
                <a:sym typeface="Graphik"/>
              </a:rPr>
              <a:t>nginx</a:t>
            </a:r>
            <a:r>
              <a:t> and </a:t>
            </a:r>
            <a:r>
              <a:rPr b="1">
                <a:latin typeface="Graphik"/>
                <a:ea typeface="Graphik"/>
                <a:cs typeface="Graphik"/>
                <a:sym typeface="Graphik"/>
              </a:rPr>
              <a:t>mongoDB</a:t>
            </a:r>
            <a:r>
              <a:t>, and another service would contain </a:t>
            </a:r>
            <a:r>
              <a:rPr b="1">
                <a:latin typeface="Graphik"/>
                <a:ea typeface="Graphik"/>
                <a:cs typeface="Graphik"/>
                <a:sym typeface="Graphik"/>
              </a:rPr>
              <a:t>nginx</a:t>
            </a:r>
            <a:r>
              <a:t> and </a:t>
            </a:r>
            <a:r>
              <a:rPr b="1">
                <a:latin typeface="Graphik"/>
                <a:ea typeface="Graphik"/>
                <a:cs typeface="Graphik"/>
                <a:sym typeface="Graphik"/>
              </a:rPr>
              <a:t>redis</a:t>
            </a:r>
            <a:r>
              <a:t>. </a:t>
            </a:r>
          </a:p>
          <a:p>
            <a:pPr marL="0" indent="0">
              <a:buSzTx/>
              <a:buNone/>
            </a:pPr>
            <a:r>
              <a:t>Each service can have an IP or service point which can be connected by other applications. Kubernetes is then used to manage these services.</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9" name="Kubernetes Components"/>
          <p:cNvSpPr txBox="1"/>
          <p:nvPr>
            <p:ph type="title"/>
          </p:nvPr>
        </p:nvSpPr>
        <p:spPr>
          <a:prstGeom prst="rect">
            <a:avLst/>
          </a:prstGeom>
        </p:spPr>
        <p:txBody>
          <a:bodyPr/>
          <a:lstStyle>
            <a:lvl1pPr defTabSz="2316479">
              <a:defRPr spc="-95" sz="9500"/>
            </a:lvl1pPr>
          </a:lstStyle>
          <a:p>
            <a:pPr/>
            <a:r>
              <a:t>Kubernetes Components</a:t>
            </a:r>
          </a:p>
        </p:txBody>
      </p:sp>
      <p:pic>
        <p:nvPicPr>
          <p:cNvPr id="180" name="pasted-movie.png" descr="pasted-movie.png"/>
          <p:cNvPicPr>
            <a:picLocks noChangeAspect="1"/>
          </p:cNvPicPr>
          <p:nvPr/>
        </p:nvPicPr>
        <p:blipFill>
          <a:blip r:embed="rId2">
            <a:extLst/>
          </a:blip>
          <a:stretch>
            <a:fillRect/>
          </a:stretch>
        </p:blipFill>
        <p:spPr>
          <a:xfrm>
            <a:off x="802186" y="2478902"/>
            <a:ext cx="22779628" cy="10643837"/>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2" name="Control Plane"/>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Control Plane</a:t>
            </a:r>
          </a:p>
        </p:txBody>
      </p:sp>
      <p:sp>
        <p:nvSpPr>
          <p:cNvPr id="183" name="Core Components"/>
          <p:cNvSpPr txBox="1"/>
          <p:nvPr>
            <p:ph type="title"/>
          </p:nvPr>
        </p:nvSpPr>
        <p:spPr>
          <a:prstGeom prst="rect">
            <a:avLst/>
          </a:prstGeom>
        </p:spPr>
        <p:txBody>
          <a:bodyPr/>
          <a:lstStyle>
            <a:lvl1pPr defTabSz="2316479">
              <a:defRPr spc="-95" sz="9500"/>
            </a:lvl1pPr>
          </a:lstStyle>
          <a:p>
            <a:pPr/>
            <a:r>
              <a:t>Core Components</a:t>
            </a:r>
          </a:p>
        </p:txBody>
      </p:sp>
      <p:sp>
        <p:nvSpPr>
          <p:cNvPr id="184" name="Kube-apiserver: the core component server that exposes the Kubernetes HTTP API…"/>
          <p:cNvSpPr txBox="1"/>
          <p:nvPr/>
        </p:nvSpPr>
        <p:spPr>
          <a:xfrm>
            <a:off x="1127742" y="3990326"/>
            <a:ext cx="22128516" cy="652272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rPr b="1">
                <a:latin typeface="Graphik"/>
                <a:ea typeface="Graphik"/>
                <a:cs typeface="Graphik"/>
                <a:sym typeface="Graphik"/>
              </a:rPr>
              <a:t>Kube-apiserver:</a:t>
            </a:r>
            <a:r>
              <a:t> the core component server that exposes the Kubernetes HTTP API</a:t>
            </a:r>
          </a:p>
          <a:p>
            <a:pPr/>
            <a:r>
              <a:rPr b="1">
                <a:latin typeface="Graphik"/>
                <a:ea typeface="Graphik"/>
                <a:cs typeface="Graphik"/>
                <a:sym typeface="Graphik"/>
              </a:rPr>
              <a:t>Etcd</a:t>
            </a:r>
            <a:r>
              <a:t>: consistent and highly-available key value store for all API server data</a:t>
            </a:r>
          </a:p>
          <a:p>
            <a:pPr/>
            <a:r>
              <a:rPr b="1">
                <a:latin typeface="Graphik"/>
                <a:ea typeface="Graphik"/>
                <a:cs typeface="Graphik"/>
                <a:sym typeface="Graphik"/>
              </a:rPr>
              <a:t>kube-scheduler:</a:t>
            </a:r>
            <a:r>
              <a:t> Looks for pods not yet bounded to a node, and assigns each Pod to a suitable node.</a:t>
            </a:r>
          </a:p>
          <a:p>
            <a:pPr/>
            <a:r>
              <a:rPr b="1">
                <a:latin typeface="Graphik"/>
                <a:ea typeface="Graphik"/>
                <a:cs typeface="Graphik"/>
                <a:sym typeface="Graphik"/>
              </a:rPr>
              <a:t>Kube-controller-manager</a:t>
            </a:r>
            <a:r>
              <a:t>: Runs controllers to implement Kubernetes API behavior </a:t>
            </a:r>
          </a:p>
          <a:p>
            <a:pPr/>
            <a:r>
              <a:rPr b="1">
                <a:latin typeface="Graphik"/>
                <a:ea typeface="Graphik"/>
                <a:cs typeface="Graphik"/>
                <a:sym typeface="Graphik"/>
              </a:rPr>
              <a:t>Cloud-controller-manager (optional)</a:t>
            </a:r>
            <a:r>
              <a:t>: integrates with underlying cloud provide(s)</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86" name="Node Component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Node Components</a:t>
            </a:r>
          </a:p>
        </p:txBody>
      </p:sp>
      <p:sp>
        <p:nvSpPr>
          <p:cNvPr id="187" name="Core Components"/>
          <p:cNvSpPr txBox="1"/>
          <p:nvPr>
            <p:ph type="title"/>
          </p:nvPr>
        </p:nvSpPr>
        <p:spPr>
          <a:prstGeom prst="rect">
            <a:avLst/>
          </a:prstGeom>
        </p:spPr>
        <p:txBody>
          <a:bodyPr/>
          <a:lstStyle>
            <a:lvl1pPr defTabSz="2316479">
              <a:defRPr spc="-95" sz="9500"/>
            </a:lvl1pPr>
          </a:lstStyle>
          <a:p>
            <a:pPr/>
            <a:r>
              <a:t>Core Components</a:t>
            </a:r>
          </a:p>
        </p:txBody>
      </p:sp>
      <p:sp>
        <p:nvSpPr>
          <p:cNvPr id="188" name="kubelet: ensure that Pods are running, including their containers…"/>
          <p:cNvSpPr txBox="1"/>
          <p:nvPr/>
        </p:nvSpPr>
        <p:spPr>
          <a:xfrm>
            <a:off x="1127742" y="3505413"/>
            <a:ext cx="22128516" cy="330962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rPr b="1">
                <a:latin typeface="Graphik"/>
                <a:ea typeface="Graphik"/>
                <a:cs typeface="Graphik"/>
                <a:sym typeface="Graphik"/>
              </a:rPr>
              <a:t>kubelet:</a:t>
            </a:r>
            <a:r>
              <a:t> ensure that Pods are running, including their containers</a:t>
            </a:r>
          </a:p>
          <a:p>
            <a:pPr/>
            <a:r>
              <a:rPr b="1">
                <a:latin typeface="Graphik"/>
                <a:ea typeface="Graphik"/>
                <a:cs typeface="Graphik"/>
                <a:sym typeface="Graphik"/>
              </a:rPr>
              <a:t>kube-proxy (optional)</a:t>
            </a:r>
            <a:r>
              <a:t>: maintains network rules on nodes to implement services</a:t>
            </a:r>
          </a:p>
          <a:p>
            <a:pPr/>
            <a:r>
              <a:rPr b="1">
                <a:latin typeface="Graphik"/>
                <a:ea typeface="Graphik"/>
                <a:cs typeface="Graphik"/>
                <a:sym typeface="Graphik"/>
              </a:rPr>
              <a:t>container runtime:</a:t>
            </a:r>
            <a:r>
              <a:t> software responsible for running containers.</a:t>
            </a:r>
          </a:p>
        </p:txBody>
      </p:sp>
      <p:sp>
        <p:nvSpPr>
          <p:cNvPr id="189" name="Addons"/>
          <p:cNvSpPr txBox="1"/>
          <p:nvPr/>
        </p:nvSpPr>
        <p:spPr>
          <a:xfrm>
            <a:off x="1206500" y="7249162"/>
            <a:ext cx="21971000" cy="1003301"/>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lvl1pPr defTabSz="825500">
              <a:spcBef>
                <a:spcPts val="0"/>
              </a:spcBef>
              <a:defRPr sz="5500">
                <a:latin typeface="+mn-lt"/>
                <a:ea typeface="+mn-ea"/>
                <a:cs typeface="+mn-cs"/>
                <a:sym typeface="Produkt Extralight"/>
              </a:defRPr>
            </a:lvl1pPr>
          </a:lstStyle>
          <a:p>
            <a:pPr/>
            <a:r>
              <a:t>Addons</a:t>
            </a:r>
          </a:p>
        </p:txBody>
      </p:sp>
      <p:sp>
        <p:nvSpPr>
          <p:cNvPr id="190" name="DNS: for cluster-wide DNS resolution…"/>
          <p:cNvSpPr txBox="1"/>
          <p:nvPr/>
        </p:nvSpPr>
        <p:spPr>
          <a:xfrm>
            <a:off x="1127742" y="8361401"/>
            <a:ext cx="22128516" cy="457962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r>
              <a:rPr b="1">
                <a:latin typeface="Graphik"/>
                <a:ea typeface="Graphik"/>
                <a:cs typeface="Graphik"/>
                <a:sym typeface="Graphik"/>
              </a:rPr>
              <a:t>DNS:</a:t>
            </a:r>
            <a:r>
              <a:t> for cluster-wide DNS resolution</a:t>
            </a:r>
          </a:p>
          <a:p>
            <a:pPr/>
            <a:r>
              <a:rPr b="1">
                <a:latin typeface="Graphik"/>
                <a:ea typeface="Graphik"/>
                <a:cs typeface="Graphik"/>
                <a:sym typeface="Graphik"/>
              </a:rPr>
              <a:t>Web UI (dashboard)</a:t>
            </a:r>
            <a:r>
              <a:t>: For cluster management via a web interface</a:t>
            </a:r>
          </a:p>
          <a:p>
            <a:pPr/>
            <a:r>
              <a:rPr b="1">
                <a:latin typeface="Graphik"/>
                <a:ea typeface="Graphik"/>
                <a:cs typeface="Graphik"/>
                <a:sym typeface="Graphik"/>
              </a:rPr>
              <a:t>Container Resource Monitoring:</a:t>
            </a:r>
            <a:r>
              <a:t> For collecting and storing container metrics</a:t>
            </a:r>
          </a:p>
          <a:p>
            <a:pPr/>
            <a:r>
              <a:rPr b="1">
                <a:latin typeface="Graphik"/>
                <a:ea typeface="Graphik"/>
                <a:cs typeface="Graphik"/>
                <a:sym typeface="Graphik"/>
              </a:rPr>
              <a:t>Cluser-level Logging:</a:t>
            </a:r>
            <a:r>
              <a:t> For saving container logs to a central log store</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92" name="Slide Subtitle"/>
          <p:cNvSpPr txBox="1"/>
          <p:nvPr>
            <p:ph type="body" idx="21"/>
          </p:nvPr>
        </p:nvSpPr>
        <p:spPr>
          <a:prstGeom prst="rect">
            <a:avLst/>
          </a:prstGeom>
        </p:spPr>
        <p:txBody>
          <a:bodyPr/>
          <a:lstStyle/>
          <a:p>
            <a:pPr/>
          </a:p>
        </p:txBody>
      </p:sp>
      <p:sp>
        <p:nvSpPr>
          <p:cNvPr id="193" name="What is Kubernetes"/>
          <p:cNvSpPr txBox="1"/>
          <p:nvPr>
            <p:ph type="title"/>
          </p:nvPr>
        </p:nvSpPr>
        <p:spPr>
          <a:prstGeom prst="rect">
            <a:avLst/>
          </a:prstGeom>
        </p:spPr>
        <p:txBody>
          <a:bodyPr/>
          <a:lstStyle>
            <a:lvl1pPr defTabSz="2316479">
              <a:defRPr spc="-95" sz="9500"/>
            </a:lvl1pPr>
          </a:lstStyle>
          <a:p>
            <a:pPr/>
            <a:r>
              <a:t>What is Kubernetes</a:t>
            </a:r>
          </a:p>
        </p:txBody>
      </p:sp>
      <p:sp>
        <p:nvSpPr>
          <p:cNvPr id="194" name="The minion is the node on which all the services run. You can have many minions running at one point in time. Each minion will host one or more POD. Each POD is like hosting a service. Each POD then contains the Docker containers. Each POD can host a dif"/>
          <p:cNvSpPr txBox="1"/>
          <p:nvPr>
            <p:ph type="body" sz="half" idx="1"/>
          </p:nvPr>
        </p:nvSpPr>
        <p:spPr>
          <a:xfrm>
            <a:off x="1206500" y="4248504"/>
            <a:ext cx="8499997" cy="8483900"/>
          </a:xfrm>
          <a:prstGeom prst="rect">
            <a:avLst/>
          </a:prstGeom>
        </p:spPr>
        <p:txBody>
          <a:bodyPr/>
          <a:lstStyle/>
          <a:p>
            <a:pPr marL="0" indent="0">
              <a:buSzTx/>
              <a:buNone/>
            </a:pPr>
            <a:r>
              <a:t>The </a:t>
            </a:r>
            <a:r>
              <a:rPr b="1">
                <a:latin typeface="Graphik"/>
                <a:ea typeface="Graphik"/>
                <a:cs typeface="Graphik"/>
                <a:sym typeface="Graphik"/>
              </a:rPr>
              <a:t>minion</a:t>
            </a:r>
            <a:r>
              <a:t> is the node on which all the services run. You can have many minions running at one point in time. Each minion will host one or more POD. Each </a:t>
            </a:r>
            <a:r>
              <a:rPr b="1">
                <a:latin typeface="Graphik"/>
                <a:ea typeface="Graphik"/>
                <a:cs typeface="Graphik"/>
                <a:sym typeface="Graphik"/>
              </a:rPr>
              <a:t>POD</a:t>
            </a:r>
            <a:r>
              <a:t> is like hosting a service. Each POD then contains the Docker containers. Each POD can host a different set of Docker containers. The proxy is then used to control the exposing of these services to the outside world.</a:t>
            </a:r>
          </a:p>
        </p:txBody>
      </p:sp>
      <p:pic>
        <p:nvPicPr>
          <p:cNvPr id="195" name="pasted-movie.png" descr="pasted-movie.png"/>
          <p:cNvPicPr>
            <a:picLocks noChangeAspect="1"/>
          </p:cNvPicPr>
          <p:nvPr/>
        </p:nvPicPr>
        <p:blipFill>
          <a:blip r:embed="rId3">
            <a:extLst/>
          </a:blip>
          <a:stretch>
            <a:fillRect/>
          </a:stretch>
        </p:blipFill>
        <p:spPr>
          <a:xfrm>
            <a:off x="9980008" y="2295147"/>
            <a:ext cx="13318391" cy="10400817"/>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97" name="Slide Subtitle"/>
          <p:cNvSpPr txBox="1"/>
          <p:nvPr>
            <p:ph type="body" idx="21"/>
          </p:nvPr>
        </p:nvSpPr>
        <p:spPr>
          <a:prstGeom prst="rect">
            <a:avLst/>
          </a:prstGeom>
        </p:spPr>
        <p:txBody>
          <a:bodyPr/>
          <a:lstStyle/>
          <a:p>
            <a:pPr/>
          </a:p>
        </p:txBody>
      </p:sp>
      <p:sp>
        <p:nvSpPr>
          <p:cNvPr id="198" name="What is Kubernetes"/>
          <p:cNvSpPr txBox="1"/>
          <p:nvPr>
            <p:ph type="title"/>
          </p:nvPr>
        </p:nvSpPr>
        <p:spPr>
          <a:prstGeom prst="rect">
            <a:avLst/>
          </a:prstGeom>
        </p:spPr>
        <p:txBody>
          <a:bodyPr/>
          <a:lstStyle>
            <a:lvl1pPr defTabSz="2316479">
              <a:defRPr spc="-95" sz="9500"/>
            </a:lvl1pPr>
          </a:lstStyle>
          <a:p>
            <a:pPr/>
            <a:r>
              <a:t>What is Kubernetes</a:t>
            </a:r>
          </a:p>
        </p:txBody>
      </p:sp>
      <p:sp>
        <p:nvSpPr>
          <p:cNvPr id="199" name="Pods are the smallest deployable units of computing that you can create and manage in Kubernetes.…"/>
          <p:cNvSpPr txBox="1"/>
          <p:nvPr>
            <p:ph type="body" sz="half" idx="1"/>
          </p:nvPr>
        </p:nvSpPr>
        <p:spPr>
          <a:xfrm>
            <a:off x="835784" y="3469011"/>
            <a:ext cx="8870713" cy="9263393"/>
          </a:xfrm>
          <a:prstGeom prst="rect">
            <a:avLst/>
          </a:prstGeom>
        </p:spPr>
        <p:txBody>
          <a:bodyPr/>
          <a:lstStyle/>
          <a:p>
            <a:pPr marL="0" indent="0" defTabSz="284479">
              <a:spcBef>
                <a:spcPts val="3700"/>
              </a:spcBef>
              <a:buSzTx/>
              <a:buNone/>
              <a:defRPr sz="3200"/>
            </a:pPr>
            <a:r>
              <a:rPr i="1">
                <a:latin typeface="Graphik"/>
                <a:ea typeface="Graphik"/>
                <a:cs typeface="Graphik"/>
                <a:sym typeface="Graphik"/>
              </a:rPr>
              <a:t>Pods</a:t>
            </a:r>
            <a:r>
              <a:t> are the smallest deployable units of computing that you can create and manage in Kubernetes.</a:t>
            </a:r>
          </a:p>
          <a:p>
            <a:pPr marL="0" indent="0" defTabSz="284479">
              <a:spcBef>
                <a:spcPts val="3700"/>
              </a:spcBef>
              <a:buSzTx/>
              <a:buNone/>
              <a:defRPr sz="3200"/>
            </a:pPr>
            <a:r>
              <a:t>A </a:t>
            </a:r>
            <a:r>
              <a:rPr i="1">
                <a:latin typeface="Graphik"/>
                <a:ea typeface="Graphik"/>
                <a:cs typeface="Graphik"/>
                <a:sym typeface="Graphik"/>
              </a:rPr>
              <a:t>Pod</a:t>
            </a:r>
            <a:r>
              <a:t> (as in a pod of whales or pea pod) is a group of one or more </a:t>
            </a:r>
            <a:r>
              <a:rPr u="sng">
                <a:hlinkClick r:id="rId3" invalidUrl="" action="" tgtFrame="" tooltip="" history="1" highlightClick="0" endSnd="0"/>
              </a:rPr>
              <a:t>containers</a:t>
            </a:r>
            <a:r>
              <a:t>, with shared storage and network resources, and a specification for how to run the containers. A Pod's contents are always co-located and co-scheduled, and run in a shared context. A Pod models an application-specific "logical host": it contains one or more application containers which are relatively tightly coupled. In non-cloud contexts, applications executed on the same physical or virtual machine are analogous to cloud applications executed on the same logical host.</a:t>
            </a:r>
          </a:p>
        </p:txBody>
      </p:sp>
      <p:pic>
        <p:nvPicPr>
          <p:cNvPr id="200" name="pasted-movie.png" descr="pasted-movie.png"/>
          <p:cNvPicPr>
            <a:picLocks noChangeAspect="1"/>
          </p:cNvPicPr>
          <p:nvPr/>
        </p:nvPicPr>
        <p:blipFill>
          <a:blip r:embed="rId4">
            <a:extLst/>
          </a:blip>
          <a:stretch>
            <a:fillRect/>
          </a:stretch>
        </p:blipFill>
        <p:spPr>
          <a:xfrm>
            <a:off x="9980008" y="2295147"/>
            <a:ext cx="13318391" cy="10400817"/>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2" name="Slide Subtitle"/>
          <p:cNvSpPr txBox="1"/>
          <p:nvPr>
            <p:ph type="body" idx="21"/>
          </p:nvPr>
        </p:nvSpPr>
        <p:spPr>
          <a:prstGeom prst="rect">
            <a:avLst/>
          </a:prstGeom>
        </p:spPr>
        <p:txBody>
          <a:bodyPr/>
          <a:lstStyle/>
          <a:p>
            <a:pPr/>
          </a:p>
        </p:txBody>
      </p:sp>
      <p:sp>
        <p:nvSpPr>
          <p:cNvPr id="203" name="Kubernetes Architecture"/>
          <p:cNvSpPr txBox="1"/>
          <p:nvPr>
            <p:ph type="title"/>
          </p:nvPr>
        </p:nvSpPr>
        <p:spPr>
          <a:prstGeom prst="rect">
            <a:avLst/>
          </a:prstGeom>
        </p:spPr>
        <p:txBody>
          <a:bodyPr/>
          <a:lstStyle>
            <a:lvl1pPr defTabSz="2316479">
              <a:defRPr spc="-95" sz="9500"/>
            </a:lvl1pPr>
          </a:lstStyle>
          <a:p>
            <a:pPr/>
            <a:r>
              <a:t>Kubernetes Architecture</a:t>
            </a:r>
          </a:p>
        </p:txBody>
      </p:sp>
      <p:sp>
        <p:nvSpPr>
          <p:cNvPr id="204" name="etcd − This component is a highly available key-value store that is used for storing shared configuration and service discovery. Here the various applications will be able to connect to the services via the discovery service.…"/>
          <p:cNvSpPr txBox="1"/>
          <p:nvPr>
            <p:ph type="body" idx="1"/>
          </p:nvPr>
        </p:nvSpPr>
        <p:spPr>
          <a:prstGeom prst="rect">
            <a:avLst/>
          </a:prstGeom>
        </p:spPr>
        <p:txBody>
          <a:bodyPr/>
          <a:lstStyle/>
          <a:p>
            <a:pPr marL="793432" indent="-674687" defTabSz="302260">
              <a:spcBef>
                <a:spcPts val="3900"/>
              </a:spcBef>
              <a:buFont typeface="Verdana"/>
              <a:defRPr sz="3400"/>
            </a:pPr>
            <a:r>
              <a:rPr b="1">
                <a:latin typeface="Graphik"/>
                <a:ea typeface="Graphik"/>
                <a:cs typeface="Graphik"/>
                <a:sym typeface="Graphik"/>
              </a:rPr>
              <a:t>	etcd</a:t>
            </a:r>
            <a:r>
              <a:t> − This component is a highly available </a:t>
            </a:r>
            <a:r>
              <a:rPr b="1">
                <a:latin typeface="Graphik"/>
                <a:ea typeface="Graphik"/>
                <a:cs typeface="Graphik"/>
                <a:sym typeface="Graphik"/>
              </a:rPr>
              <a:t>key-value</a:t>
            </a:r>
            <a:r>
              <a:t> store that is used for storing </a:t>
            </a:r>
            <a:r>
              <a:rPr b="1">
                <a:latin typeface="Graphik"/>
                <a:ea typeface="Graphik"/>
                <a:cs typeface="Graphik"/>
                <a:sym typeface="Graphik"/>
              </a:rPr>
              <a:t>shared configuration</a:t>
            </a:r>
            <a:r>
              <a:t> and </a:t>
            </a:r>
            <a:r>
              <a:rPr b="1">
                <a:latin typeface="Graphik"/>
                <a:ea typeface="Graphik"/>
                <a:cs typeface="Graphik"/>
                <a:sym typeface="Graphik"/>
              </a:rPr>
              <a:t>service discovery</a:t>
            </a:r>
            <a:r>
              <a:t>. Here the various applications will be able to connect to the services via the </a:t>
            </a:r>
            <a:r>
              <a:rPr b="1">
                <a:latin typeface="Graphik"/>
                <a:ea typeface="Graphik"/>
                <a:cs typeface="Graphik"/>
                <a:sym typeface="Graphik"/>
              </a:rPr>
              <a:t>discovery service</a:t>
            </a:r>
            <a:r>
              <a:t>.</a:t>
            </a:r>
          </a:p>
          <a:p>
            <a:pPr marL="793432" indent="-674687" defTabSz="302260">
              <a:spcBef>
                <a:spcPts val="3900"/>
              </a:spcBef>
              <a:buFont typeface="Verdana"/>
              <a:defRPr sz="3400"/>
            </a:pPr>
            <a:r>
              <a:rPr b="1">
                <a:latin typeface="Graphik"/>
                <a:ea typeface="Graphik"/>
                <a:cs typeface="Graphik"/>
                <a:sym typeface="Graphik"/>
              </a:rPr>
              <a:t>	Flannel</a:t>
            </a:r>
            <a:r>
              <a:t> − This is a backend network which is required for the containers.</a:t>
            </a:r>
          </a:p>
          <a:p>
            <a:pPr marL="793432" indent="-674687" defTabSz="302260">
              <a:spcBef>
                <a:spcPts val="3900"/>
              </a:spcBef>
              <a:buFont typeface="Verdana"/>
              <a:defRPr sz="3400"/>
            </a:pPr>
            <a:r>
              <a:rPr b="1">
                <a:latin typeface="Graphik"/>
                <a:ea typeface="Graphik"/>
                <a:cs typeface="Graphik"/>
                <a:sym typeface="Graphik"/>
              </a:rPr>
              <a:t>	kube-apiserver</a:t>
            </a:r>
            <a:r>
              <a:t> − This is an API which can be used to orchestrate the Docker containers.</a:t>
            </a:r>
          </a:p>
          <a:p>
            <a:pPr marL="793432" indent="-674687" defTabSz="302260">
              <a:spcBef>
                <a:spcPts val="3900"/>
              </a:spcBef>
              <a:buFont typeface="Verdana"/>
              <a:defRPr sz="3400"/>
            </a:pPr>
            <a:r>
              <a:rPr b="1">
                <a:latin typeface="Graphik"/>
                <a:ea typeface="Graphik"/>
                <a:cs typeface="Graphik"/>
                <a:sym typeface="Graphik"/>
              </a:rPr>
              <a:t>	kube-controller-manager</a:t>
            </a:r>
            <a:r>
              <a:t> − This is used to control the </a:t>
            </a:r>
            <a:r>
              <a:rPr b="1">
                <a:latin typeface="Graphik"/>
                <a:ea typeface="Graphik"/>
                <a:cs typeface="Graphik"/>
                <a:sym typeface="Graphik"/>
              </a:rPr>
              <a:t>Kubernetes services</a:t>
            </a:r>
            <a:r>
              <a:t>.</a:t>
            </a:r>
          </a:p>
          <a:p>
            <a:pPr marL="793432" indent="-674687" defTabSz="302260">
              <a:spcBef>
                <a:spcPts val="3900"/>
              </a:spcBef>
              <a:buFont typeface="Verdana"/>
              <a:defRPr sz="3400"/>
            </a:pPr>
            <a:r>
              <a:rPr b="1">
                <a:latin typeface="Graphik"/>
                <a:ea typeface="Graphik"/>
                <a:cs typeface="Graphik"/>
                <a:sym typeface="Graphik"/>
              </a:rPr>
              <a:t>	kube-scheduler</a:t>
            </a:r>
            <a:r>
              <a:t> − This is used to schedule the containers on hosts.</a:t>
            </a:r>
          </a:p>
          <a:p>
            <a:pPr marL="793432" indent="-674687" defTabSz="302260">
              <a:spcBef>
                <a:spcPts val="3900"/>
              </a:spcBef>
              <a:buFont typeface="Verdana"/>
              <a:defRPr sz="3400"/>
            </a:pPr>
            <a:r>
              <a:rPr b="1">
                <a:latin typeface="Graphik"/>
                <a:ea typeface="Graphik"/>
                <a:cs typeface="Graphik"/>
                <a:sym typeface="Graphik"/>
              </a:rPr>
              <a:t>	Kubelet</a:t>
            </a:r>
            <a:r>
              <a:t> − This is used to control the launching of containers via </a:t>
            </a:r>
            <a:r>
              <a:rPr b="1">
                <a:latin typeface="Graphik"/>
                <a:ea typeface="Graphik"/>
                <a:cs typeface="Graphik"/>
                <a:sym typeface="Graphik"/>
              </a:rPr>
              <a:t>manifest files</a:t>
            </a:r>
            <a:r>
              <a:t>.</a:t>
            </a:r>
          </a:p>
          <a:p>
            <a:pPr marL="793432" indent="-674687" defTabSz="302260">
              <a:spcBef>
                <a:spcPts val="3900"/>
              </a:spcBef>
              <a:buFont typeface="Verdana"/>
              <a:defRPr sz="3400"/>
            </a:pPr>
            <a:r>
              <a:rPr b="1">
                <a:latin typeface="Graphik"/>
                <a:ea typeface="Graphik"/>
                <a:cs typeface="Graphik"/>
                <a:sym typeface="Graphik"/>
              </a:rPr>
              <a:t>	kube-proxy</a:t>
            </a:r>
            <a:r>
              <a:t> − This is used to provide network proxy services to the outside world.</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6" name="Kubernetes Architecture"/>
          <p:cNvSpPr txBox="1"/>
          <p:nvPr>
            <p:ph type="title"/>
          </p:nvPr>
        </p:nvSpPr>
        <p:spPr>
          <a:prstGeom prst="rect">
            <a:avLst/>
          </a:prstGeom>
        </p:spPr>
        <p:txBody>
          <a:bodyPr/>
          <a:lstStyle>
            <a:lvl1pPr defTabSz="2316479">
              <a:defRPr spc="-95" sz="9500"/>
            </a:lvl1pPr>
          </a:lstStyle>
          <a:p>
            <a:pPr/>
            <a:r>
              <a:t>Kubernetes Architecture </a:t>
            </a:r>
          </a:p>
        </p:txBody>
      </p:sp>
      <p:pic>
        <p:nvPicPr>
          <p:cNvPr id="207" name="pasted-movie.png" descr="pasted-movie.png"/>
          <p:cNvPicPr>
            <a:picLocks noChangeAspect="1"/>
          </p:cNvPicPr>
          <p:nvPr/>
        </p:nvPicPr>
        <p:blipFill>
          <a:blip r:embed="rId2">
            <a:extLst/>
          </a:blip>
          <a:stretch>
            <a:fillRect/>
          </a:stretch>
        </p:blipFill>
        <p:spPr>
          <a:xfrm>
            <a:off x="2772585" y="2339939"/>
            <a:ext cx="17805401" cy="11201401"/>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9" name="Kubernetes and Docker work together to simplify application deployment and management. Docker packs an application and its dependencies into a portable container that guarantees the same environment at development, staging, testing, and production. Next,"/>
          <p:cNvSpPr txBox="1"/>
          <p:nvPr>
            <p:ph type="body" idx="21"/>
          </p:nvPr>
        </p:nvSpPr>
        <p:spPr>
          <a:xfrm>
            <a:off x="1206500" y="2914630"/>
            <a:ext cx="21971000" cy="9187881"/>
          </a:xfrm>
          <a:prstGeom prst="rect">
            <a:avLst/>
          </a:prstGeom>
          <a:extLst>
            <a:ext uri="{C572A759-6A51-4108-AA02-DFA0A04FC94B}">
              <ma14:wrappingTextBoxFlag xmlns:ma14="http://schemas.microsoft.com/office/mac/drawingml/2011/main" val="1"/>
            </a:ext>
          </a:extLst>
        </p:spPr>
        <p:txBody>
          <a:bodyPr/>
          <a:lstStyle/>
          <a:p>
            <a:pPr defTabSz="355600">
              <a:spcBef>
                <a:spcPts val="4700"/>
              </a:spcBef>
              <a:defRPr sz="4500">
                <a:latin typeface="Graphik Light"/>
                <a:ea typeface="Graphik Light"/>
                <a:cs typeface="Graphik Light"/>
                <a:sym typeface="Graphik Light"/>
              </a:defRPr>
            </a:pPr>
            <a:r>
              <a:t>Kubernetes and Docker work together to simplify application deployment and management. </a:t>
            </a:r>
            <a:r>
              <a:rPr b="1">
                <a:latin typeface="Graphik"/>
                <a:ea typeface="Graphik"/>
                <a:cs typeface="Graphik"/>
                <a:sym typeface="Graphik"/>
              </a:rPr>
              <a:t>Docker</a:t>
            </a:r>
            <a:r>
              <a:t> packs an application and its dependencies into a portable container that guarantees the same environment at development, staging, testing, and production. Next, </a:t>
            </a:r>
            <a:r>
              <a:rPr b="1">
                <a:latin typeface="Graphik"/>
                <a:ea typeface="Graphik"/>
                <a:cs typeface="Graphik"/>
                <a:sym typeface="Graphik"/>
              </a:rPr>
              <a:t>Kubernetes</a:t>
            </a:r>
            <a:r>
              <a:t> orchestrates all these Docker containers through automation - tasks such as scaling, load balancing, self-healing, and many more.</a:t>
            </a:r>
          </a:p>
          <a:p>
            <a:pPr defTabSz="355600">
              <a:spcBef>
                <a:spcPts val="4700"/>
              </a:spcBef>
              <a:defRPr sz="4500">
                <a:latin typeface="Graphik Light"/>
                <a:ea typeface="Graphik Light"/>
                <a:cs typeface="Graphik Light"/>
                <a:sym typeface="Graphik Light"/>
              </a:defRPr>
            </a:pPr>
            <a:r>
              <a:rPr b="1">
                <a:latin typeface="Graphik"/>
                <a:ea typeface="Graphik"/>
                <a:cs typeface="Graphik"/>
                <a:sym typeface="Graphik"/>
              </a:rPr>
              <a:t>Kubernetes clusters</a:t>
            </a:r>
            <a:r>
              <a:t> comprise worker nodes on which the Docker containers run, and a master node managing the state of the cluster. By defining desired states of applications in YAML files, Kubernetes continuously monitors the Deployment while adhering to the specifications, therefore providing high availability and efficient resource utilization.</a:t>
            </a:r>
          </a:p>
        </p:txBody>
      </p:sp>
      <p:sp>
        <p:nvSpPr>
          <p:cNvPr id="210" name="Docker and Kubernetes"/>
          <p:cNvSpPr txBox="1"/>
          <p:nvPr>
            <p:ph type="title"/>
          </p:nvPr>
        </p:nvSpPr>
        <p:spPr>
          <a:prstGeom prst="rect">
            <a:avLst/>
          </a:prstGeom>
        </p:spPr>
        <p:txBody>
          <a:bodyPr/>
          <a:lstStyle>
            <a:lvl1pPr defTabSz="2316479">
              <a:defRPr spc="-95" sz="9500"/>
            </a:lvl1pPr>
          </a:lstStyle>
          <a:p>
            <a:pPr/>
            <a:r>
              <a:t>Docker and Kubernetes </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2" name="POD Creation"/>
          <p:cNvSpPr txBox="1"/>
          <p:nvPr>
            <p:ph type="title"/>
          </p:nvPr>
        </p:nvSpPr>
        <p:spPr>
          <a:prstGeom prst="rect">
            <a:avLst/>
          </a:prstGeom>
        </p:spPr>
        <p:txBody>
          <a:bodyPr/>
          <a:lstStyle>
            <a:lvl1pPr defTabSz="2316479">
              <a:defRPr spc="-95" sz="9500"/>
            </a:lvl1pPr>
          </a:lstStyle>
          <a:p>
            <a:pPr/>
            <a:r>
              <a:t>POD Creation</a:t>
            </a:r>
          </a:p>
        </p:txBody>
      </p:sp>
      <p:pic>
        <p:nvPicPr>
          <p:cNvPr id="213" name="pasted-movie.png" descr="pasted-movie.png"/>
          <p:cNvPicPr>
            <a:picLocks noChangeAspect="1"/>
          </p:cNvPicPr>
          <p:nvPr/>
        </p:nvPicPr>
        <p:blipFill>
          <a:blip r:embed="rId2">
            <a:extLst/>
          </a:blip>
          <a:stretch>
            <a:fillRect/>
          </a:stretch>
        </p:blipFill>
        <p:spPr>
          <a:xfrm>
            <a:off x="3956654" y="2429197"/>
            <a:ext cx="18125744" cy="11045134"/>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5" name="POD Creation"/>
          <p:cNvSpPr txBox="1"/>
          <p:nvPr>
            <p:ph type="title"/>
          </p:nvPr>
        </p:nvSpPr>
        <p:spPr>
          <a:prstGeom prst="rect">
            <a:avLst/>
          </a:prstGeom>
        </p:spPr>
        <p:txBody>
          <a:bodyPr/>
          <a:lstStyle>
            <a:lvl1pPr defTabSz="2316479">
              <a:defRPr spc="-95" sz="9500"/>
            </a:lvl1pPr>
          </a:lstStyle>
          <a:p>
            <a:pPr/>
            <a:r>
              <a:t>POD Creation</a:t>
            </a:r>
          </a:p>
        </p:txBody>
      </p:sp>
      <p:pic>
        <p:nvPicPr>
          <p:cNvPr id="216" name="pasted-movie.png" descr="pasted-movie.png"/>
          <p:cNvPicPr>
            <a:picLocks noChangeAspect="1"/>
          </p:cNvPicPr>
          <p:nvPr/>
        </p:nvPicPr>
        <p:blipFill>
          <a:blip r:embed="rId2">
            <a:extLst/>
          </a:blip>
          <a:stretch>
            <a:fillRect/>
          </a:stretch>
        </p:blipFill>
        <p:spPr>
          <a:xfrm>
            <a:off x="4765177" y="2795767"/>
            <a:ext cx="16013055" cy="10836093"/>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36_DynamicWavesLight">
  <a:themeElements>
    <a:clrScheme name="36_DynamicWavesLight">
      <a:dk1>
        <a:srgbClr val="53585F"/>
      </a:dk1>
      <a:lt1>
        <a:srgbClr val="5F3E0C"/>
      </a:lt1>
      <a:dk2>
        <a:srgbClr val="53585F"/>
      </a:dk2>
      <a:lt2>
        <a:srgbClr val="D5D5D5"/>
      </a:lt2>
      <a:accent1>
        <a:srgbClr val="9FAABA"/>
      </a:accent1>
      <a:accent2>
        <a:srgbClr val="88A7B2"/>
      </a:accent2>
      <a:accent3>
        <a:srgbClr val="94B9A3"/>
      </a:accent3>
      <a:accent4>
        <a:srgbClr val="F0BE5E"/>
      </a:accent4>
      <a:accent5>
        <a:srgbClr val="D5B7B7"/>
      </a:accent5>
      <a:accent6>
        <a:srgbClr val="B894B1"/>
      </a:accent6>
      <a:hlink>
        <a:srgbClr val="0000FF"/>
      </a:hlink>
      <a:folHlink>
        <a:srgbClr val="FF00FF"/>
      </a:folHlink>
    </a:clrScheme>
    <a:fontScheme name="36_DynamicWavesLight">
      <a:majorFont>
        <a:latin typeface="Produkt Extralight"/>
        <a:ea typeface="Produkt Extralight"/>
        <a:cs typeface="Produkt Extralight"/>
      </a:majorFont>
      <a:minorFont>
        <a:latin typeface="Produkt Extralight"/>
        <a:ea typeface="Produkt Extralight"/>
        <a:cs typeface="Produkt Extralight"/>
      </a:minorFont>
    </a:fontScheme>
    <a:fmtScheme name="36_DynamicWaves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atOff val="-9155"/>
            <a:lumOff val="-32673"/>
          </a:schemeClr>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atOff val="-9155"/>
              <a:lumOff val="-32673"/>
            </a:schemeClr>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36_DynamicWavesLight">
  <a:themeElements>
    <a:clrScheme name="36_DynamicWavesLight">
      <a:dk1>
        <a:srgbClr val="000000"/>
      </a:dk1>
      <a:lt1>
        <a:srgbClr val="FFFFFF"/>
      </a:lt1>
      <a:dk2>
        <a:srgbClr val="53585F"/>
      </a:dk2>
      <a:lt2>
        <a:srgbClr val="D5D5D5"/>
      </a:lt2>
      <a:accent1>
        <a:srgbClr val="9FAABA"/>
      </a:accent1>
      <a:accent2>
        <a:srgbClr val="88A7B2"/>
      </a:accent2>
      <a:accent3>
        <a:srgbClr val="94B9A3"/>
      </a:accent3>
      <a:accent4>
        <a:srgbClr val="F0BE5E"/>
      </a:accent4>
      <a:accent5>
        <a:srgbClr val="D5B7B7"/>
      </a:accent5>
      <a:accent6>
        <a:srgbClr val="B894B1"/>
      </a:accent6>
      <a:hlink>
        <a:srgbClr val="0000FF"/>
      </a:hlink>
      <a:folHlink>
        <a:srgbClr val="FF00FF"/>
      </a:folHlink>
    </a:clrScheme>
    <a:fontScheme name="36_DynamicWavesLight">
      <a:majorFont>
        <a:latin typeface="Produkt Extralight"/>
        <a:ea typeface="Produkt Extralight"/>
        <a:cs typeface="Produkt Extralight"/>
      </a:majorFont>
      <a:minorFont>
        <a:latin typeface="Produkt Extralight"/>
        <a:ea typeface="Produkt Extralight"/>
        <a:cs typeface="Produkt Extralight"/>
      </a:minorFont>
    </a:fontScheme>
    <a:fmtScheme name="36_DynamicWaves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atOff val="-9155"/>
            <a:lumOff val="-32673"/>
          </a:schemeClr>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atOff val="-9155"/>
              <a:lumOff val="-32673"/>
            </a:schemeClr>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355600" rtl="0" fontAlgn="auto" latinLnBrk="0" hangingPunct="0">
          <a:lnSpc>
            <a:spcPct val="100000"/>
          </a:lnSpc>
          <a:spcBef>
            <a:spcPts val="4700"/>
          </a:spcBef>
          <a:spcAft>
            <a:spcPts val="0"/>
          </a:spcAft>
          <a:buClrTx/>
          <a:buSzTx/>
          <a:buFontTx/>
          <a:buNone/>
          <a:tabLst/>
          <a:defRPr b="0" baseline="0" cap="none" i="0" spc="0" strike="noStrike" sz="4000" u="none" kumimoji="0" normalizeH="0">
            <a:ln>
              <a:noFill/>
            </a:ln>
            <a:solidFill>
              <a:schemeClr val="accent1">
                <a:satOff val="-9155"/>
                <a:lumOff val="-32673"/>
              </a:schemeClr>
            </a:solidFill>
            <a:effectLst/>
            <a:uFillTx/>
            <a:latin typeface="Graphik Light"/>
            <a:ea typeface="Graphik Light"/>
            <a:cs typeface="Graphik Light"/>
            <a:sym typeface="Graphik Light"/>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